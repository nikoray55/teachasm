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B13"/>
    <a:srgbClr val="F19200"/>
    <a:srgbClr val="CE0001"/>
    <a:srgbClr val="E0D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 snapToObjects="1">
      <p:cViewPr varScale="1">
        <p:scale>
          <a:sx n="68" d="100"/>
          <a:sy n="68" d="100"/>
        </p:scale>
        <p:origin x="12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Ovr>
    <a:masterClrMapping/>
  </p:clrMapOvr>
  <p:transition spd="slow" advClick="0">
    <p:push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82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3100B-FA98-7942-A851-E546118F2BA7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D210D-21F1-CB47-A394-C64239B4F006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/>
          <p:cNvSpPr/>
          <p:nvPr/>
        </p:nvSpPr>
        <p:spPr>
          <a:xfrm>
            <a:off x="2922786" y="5294690"/>
            <a:ext cx="5118754" cy="1008668"/>
          </a:xfrm>
          <a:prstGeom prst="ellipse">
            <a:avLst/>
          </a:prstGeom>
          <a:solidFill>
            <a:srgbClr val="FFFF00">
              <a:alpha val="84102"/>
            </a:srgbClr>
          </a:solidFill>
          <a:ln>
            <a:noFill/>
          </a:ln>
          <a:effectLst>
            <a:glow rad="1905000">
              <a:schemeClr val="bg1">
                <a:alpha val="3000"/>
              </a:schemeClr>
            </a:glow>
            <a:softEdge rad="120997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Цилиндр 9"/>
          <p:cNvSpPr/>
          <p:nvPr/>
        </p:nvSpPr>
        <p:spPr>
          <a:xfrm>
            <a:off x="4619305" y="5524305"/>
            <a:ext cx="2047824" cy="519926"/>
          </a:xfrm>
          <a:prstGeom prst="can">
            <a:avLst>
              <a:gd name="adj" fmla="val 50000"/>
            </a:avLst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4619306" y="5524305"/>
            <a:ext cx="2047824" cy="2599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Цилиндр 5"/>
          <p:cNvSpPr/>
          <p:nvPr/>
        </p:nvSpPr>
        <p:spPr>
          <a:xfrm>
            <a:off x="5488234" y="2876874"/>
            <a:ext cx="309966" cy="2770322"/>
          </a:xfrm>
          <a:prstGeom prst="can">
            <a:avLst/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3626803" y="832351"/>
            <a:ext cx="4033446" cy="3307759"/>
          </a:xfrm>
          <a:custGeom>
            <a:avLst/>
            <a:gdLst>
              <a:gd name="connsiteX0" fmla="*/ 774355 w 4033446"/>
              <a:gd name="connsiteY0" fmla="*/ 0 h 3307759"/>
              <a:gd name="connsiteX1" fmla="*/ 3259092 w 4033446"/>
              <a:gd name="connsiteY1" fmla="*/ 0 h 3307759"/>
              <a:gd name="connsiteX2" fmla="*/ 3980567 w 4033446"/>
              <a:gd name="connsiteY2" fmla="*/ 2885899 h 3307759"/>
              <a:gd name="connsiteX3" fmla="*/ 3992474 w 4033446"/>
              <a:gd name="connsiteY3" fmla="*/ 2893810 h 3307759"/>
              <a:gd name="connsiteX4" fmla="*/ 4033446 w 4033446"/>
              <a:gd name="connsiteY4" fmla="*/ 2963242 h 3307759"/>
              <a:gd name="connsiteX5" fmla="*/ 2016723 w 4033446"/>
              <a:gd name="connsiteY5" fmla="*/ 3307759 h 3307759"/>
              <a:gd name="connsiteX6" fmla="*/ 0 w 4033446"/>
              <a:gd name="connsiteY6" fmla="*/ 2963242 h 3307759"/>
              <a:gd name="connsiteX7" fmla="*/ 40973 w 4033446"/>
              <a:gd name="connsiteY7" fmla="*/ 2893810 h 3307759"/>
              <a:gd name="connsiteX8" fmla="*/ 52880 w 4033446"/>
              <a:gd name="connsiteY8" fmla="*/ 2885899 h 330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33446" h="3307759">
                <a:moveTo>
                  <a:pt x="774355" y="0"/>
                </a:moveTo>
                <a:lnTo>
                  <a:pt x="3259092" y="0"/>
                </a:lnTo>
                <a:lnTo>
                  <a:pt x="3980567" y="2885899"/>
                </a:lnTo>
                <a:lnTo>
                  <a:pt x="3992474" y="2893810"/>
                </a:lnTo>
                <a:cubicBezTo>
                  <a:pt x="4019338" y="2916237"/>
                  <a:pt x="4033446" y="2939458"/>
                  <a:pt x="4033446" y="2963242"/>
                </a:cubicBezTo>
                <a:cubicBezTo>
                  <a:pt x="4033446" y="3153513"/>
                  <a:pt x="3130528" y="3307759"/>
                  <a:pt x="2016723" y="3307759"/>
                </a:cubicBezTo>
                <a:cubicBezTo>
                  <a:pt x="902918" y="3307759"/>
                  <a:pt x="0" y="3153513"/>
                  <a:pt x="0" y="2963242"/>
                </a:cubicBezTo>
                <a:cubicBezTo>
                  <a:pt x="0" y="2939458"/>
                  <a:pt x="14108" y="2916237"/>
                  <a:pt x="40973" y="2893810"/>
                </a:cubicBezTo>
                <a:lnTo>
                  <a:pt x="52880" y="2885899"/>
                </a:lnTo>
                <a:close/>
              </a:path>
            </a:pathLst>
          </a:custGeom>
          <a:solidFill>
            <a:srgbClr val="C80B1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391035" y="650254"/>
            <a:ext cx="2504364" cy="376527"/>
          </a:xfrm>
          <a:prstGeom prst="ellipse">
            <a:avLst/>
          </a:prstGeom>
          <a:gradFill flip="none" rotWithShape="1">
            <a:gsLst>
              <a:gs pos="0">
                <a:srgbClr val="C80B13">
                  <a:shade val="30000"/>
                  <a:satMod val="115000"/>
                </a:srgbClr>
              </a:gs>
              <a:gs pos="50000">
                <a:srgbClr val="C80B13">
                  <a:shade val="67500"/>
                  <a:satMod val="115000"/>
                </a:srgbClr>
              </a:gs>
              <a:gs pos="100000">
                <a:srgbClr val="C80B13">
                  <a:shade val="100000"/>
                  <a:satMod val="115000"/>
                </a:srgbClr>
              </a:gs>
            </a:gsLst>
            <a:lin ang="162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75134" y="1792669"/>
            <a:ext cx="3153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Сұрақ</a:t>
            </a:r>
            <a:endParaRPr lang="ru-RU" sz="5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Цилиндр 13"/>
          <p:cNvSpPr/>
          <p:nvPr/>
        </p:nvSpPr>
        <p:spPr>
          <a:xfrm>
            <a:off x="6180993" y="5481998"/>
            <a:ext cx="267955" cy="165198"/>
          </a:xfrm>
          <a:prstGeom prst="can">
            <a:avLst>
              <a:gd name="adj" fmla="val 44652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4165457" y="1902578"/>
            <a:ext cx="3265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solidFill>
                  <a:srgbClr val="C80B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</a:t>
            </a:r>
            <a:endParaRPr lang="ru-RU" sz="7200" i="1" dirty="0">
              <a:solidFill>
                <a:srgbClr val="C80B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Скругленный прямоугольник 17">
            <a:hlinkClick r:id="" action="ppaction://hlinkshowjump?jump=nextslide"/>
          </p:cNvPr>
          <p:cNvSpPr/>
          <p:nvPr/>
        </p:nvSpPr>
        <p:spPr>
          <a:xfrm>
            <a:off x="7635240" y="6081093"/>
            <a:ext cx="1268090" cy="560732"/>
          </a:xfrm>
          <a:prstGeom prst="roundRect">
            <a:avLst>
              <a:gd name="adj" fmla="val 42242"/>
            </a:avLst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6" descr="Male Student is Writing in His Notebook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7" y="3639793"/>
            <a:ext cx="2309885" cy="277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>
    <p:push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9" grpId="0" animBg="1"/>
      <p:bldP spid="9" grpId="1" animBg="1"/>
      <p:bldP spid="8" grpId="0" animBg="1"/>
      <p:bldP spid="7" grpId="0" animBg="1"/>
      <p:bldP spid="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/>
          <p:cNvSpPr/>
          <p:nvPr/>
        </p:nvSpPr>
        <p:spPr>
          <a:xfrm>
            <a:off x="2922786" y="5294690"/>
            <a:ext cx="5118754" cy="1008668"/>
          </a:xfrm>
          <a:prstGeom prst="ellipse">
            <a:avLst/>
          </a:prstGeom>
          <a:solidFill>
            <a:srgbClr val="FFFF00">
              <a:alpha val="84102"/>
            </a:srgbClr>
          </a:solidFill>
          <a:ln>
            <a:noFill/>
          </a:ln>
          <a:effectLst>
            <a:glow rad="1905000">
              <a:schemeClr val="bg1">
                <a:alpha val="3000"/>
              </a:schemeClr>
            </a:glow>
            <a:softEdge rad="120997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Цилиндр 9"/>
          <p:cNvSpPr/>
          <p:nvPr/>
        </p:nvSpPr>
        <p:spPr>
          <a:xfrm>
            <a:off x="4619305" y="5524305"/>
            <a:ext cx="2047824" cy="519926"/>
          </a:xfrm>
          <a:prstGeom prst="can">
            <a:avLst>
              <a:gd name="adj" fmla="val 50000"/>
            </a:avLst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4619306" y="5524305"/>
            <a:ext cx="2047824" cy="2599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Цилиндр 5"/>
          <p:cNvSpPr/>
          <p:nvPr/>
        </p:nvSpPr>
        <p:spPr>
          <a:xfrm>
            <a:off x="5488234" y="2876874"/>
            <a:ext cx="309966" cy="2770322"/>
          </a:xfrm>
          <a:prstGeom prst="can">
            <a:avLst/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3626803" y="832351"/>
            <a:ext cx="4033446" cy="3307759"/>
          </a:xfrm>
          <a:custGeom>
            <a:avLst/>
            <a:gdLst>
              <a:gd name="connsiteX0" fmla="*/ 774355 w 4033446"/>
              <a:gd name="connsiteY0" fmla="*/ 0 h 3307759"/>
              <a:gd name="connsiteX1" fmla="*/ 3259092 w 4033446"/>
              <a:gd name="connsiteY1" fmla="*/ 0 h 3307759"/>
              <a:gd name="connsiteX2" fmla="*/ 3980567 w 4033446"/>
              <a:gd name="connsiteY2" fmla="*/ 2885899 h 3307759"/>
              <a:gd name="connsiteX3" fmla="*/ 3992474 w 4033446"/>
              <a:gd name="connsiteY3" fmla="*/ 2893810 h 3307759"/>
              <a:gd name="connsiteX4" fmla="*/ 4033446 w 4033446"/>
              <a:gd name="connsiteY4" fmla="*/ 2963242 h 3307759"/>
              <a:gd name="connsiteX5" fmla="*/ 2016723 w 4033446"/>
              <a:gd name="connsiteY5" fmla="*/ 3307759 h 3307759"/>
              <a:gd name="connsiteX6" fmla="*/ 0 w 4033446"/>
              <a:gd name="connsiteY6" fmla="*/ 2963242 h 3307759"/>
              <a:gd name="connsiteX7" fmla="*/ 40973 w 4033446"/>
              <a:gd name="connsiteY7" fmla="*/ 2893810 h 3307759"/>
              <a:gd name="connsiteX8" fmla="*/ 52880 w 4033446"/>
              <a:gd name="connsiteY8" fmla="*/ 2885899 h 330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33446" h="3307759">
                <a:moveTo>
                  <a:pt x="774355" y="0"/>
                </a:moveTo>
                <a:lnTo>
                  <a:pt x="3259092" y="0"/>
                </a:lnTo>
                <a:lnTo>
                  <a:pt x="3980567" y="2885899"/>
                </a:lnTo>
                <a:lnTo>
                  <a:pt x="3992474" y="2893810"/>
                </a:lnTo>
                <a:cubicBezTo>
                  <a:pt x="4019338" y="2916237"/>
                  <a:pt x="4033446" y="2939458"/>
                  <a:pt x="4033446" y="2963242"/>
                </a:cubicBezTo>
                <a:cubicBezTo>
                  <a:pt x="4033446" y="3153513"/>
                  <a:pt x="3130528" y="3307759"/>
                  <a:pt x="2016723" y="3307759"/>
                </a:cubicBezTo>
                <a:cubicBezTo>
                  <a:pt x="902918" y="3307759"/>
                  <a:pt x="0" y="3153513"/>
                  <a:pt x="0" y="2963242"/>
                </a:cubicBezTo>
                <a:cubicBezTo>
                  <a:pt x="0" y="2939458"/>
                  <a:pt x="14108" y="2916237"/>
                  <a:pt x="40973" y="2893810"/>
                </a:cubicBezTo>
                <a:lnTo>
                  <a:pt x="52880" y="2885899"/>
                </a:lnTo>
                <a:close/>
              </a:path>
            </a:pathLst>
          </a:custGeom>
          <a:solidFill>
            <a:srgbClr val="C80B1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391035" y="650254"/>
            <a:ext cx="2504364" cy="376527"/>
          </a:xfrm>
          <a:prstGeom prst="ellipse">
            <a:avLst/>
          </a:prstGeom>
          <a:gradFill flip="none" rotWithShape="1">
            <a:gsLst>
              <a:gs pos="0">
                <a:srgbClr val="C80B13">
                  <a:shade val="30000"/>
                  <a:satMod val="115000"/>
                </a:srgbClr>
              </a:gs>
              <a:gs pos="50000">
                <a:srgbClr val="C80B13">
                  <a:shade val="67500"/>
                  <a:satMod val="115000"/>
                </a:srgbClr>
              </a:gs>
              <a:gs pos="100000">
                <a:srgbClr val="C80B13">
                  <a:shade val="100000"/>
                  <a:satMod val="115000"/>
                </a:srgbClr>
              </a:gs>
            </a:gsLst>
            <a:lin ang="162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75134" y="1792669"/>
            <a:ext cx="3153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Сұрақ</a:t>
            </a:r>
            <a:endParaRPr lang="ru-RU" sz="5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Цилиндр 13"/>
          <p:cNvSpPr/>
          <p:nvPr/>
        </p:nvSpPr>
        <p:spPr>
          <a:xfrm>
            <a:off x="6180993" y="5481998"/>
            <a:ext cx="267955" cy="165198"/>
          </a:xfrm>
          <a:prstGeom prst="can">
            <a:avLst>
              <a:gd name="adj" fmla="val 44652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4165457" y="1902578"/>
            <a:ext cx="3265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solidFill>
                  <a:srgbClr val="C80B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</a:t>
            </a:r>
            <a:endParaRPr lang="ru-RU" sz="7200" i="1" dirty="0">
              <a:solidFill>
                <a:srgbClr val="C80B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Скругленный прямоугольник 17">
            <a:hlinkClick r:id="" action="ppaction://hlinkshowjump?jump=nextslide"/>
          </p:cNvPr>
          <p:cNvSpPr/>
          <p:nvPr/>
        </p:nvSpPr>
        <p:spPr>
          <a:xfrm>
            <a:off x="7635240" y="6081093"/>
            <a:ext cx="1268090" cy="560732"/>
          </a:xfrm>
          <a:prstGeom prst="roundRect">
            <a:avLst>
              <a:gd name="adj" fmla="val 42242"/>
            </a:avLst>
          </a:prstGeom>
          <a:solidFill>
            <a:srgbClr val="FFC00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6" descr="Male Student is Writing in His Notebook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7" y="3639793"/>
            <a:ext cx="2309885" cy="277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>
    <p:push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9" grpId="0" animBg="1"/>
      <p:bldP spid="9" grpId="1" animBg="1"/>
      <p:bldP spid="8" grpId="0" animBg="1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/>
          <p:cNvSpPr/>
          <p:nvPr/>
        </p:nvSpPr>
        <p:spPr>
          <a:xfrm>
            <a:off x="2922786" y="5294690"/>
            <a:ext cx="5118754" cy="1008668"/>
          </a:xfrm>
          <a:prstGeom prst="ellipse">
            <a:avLst/>
          </a:prstGeom>
          <a:solidFill>
            <a:srgbClr val="FFFF00">
              <a:alpha val="84102"/>
            </a:srgbClr>
          </a:solidFill>
          <a:ln>
            <a:noFill/>
          </a:ln>
          <a:effectLst>
            <a:glow rad="1905000">
              <a:schemeClr val="bg1">
                <a:alpha val="3000"/>
              </a:schemeClr>
            </a:glow>
            <a:softEdge rad="120997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Цилиндр 9"/>
          <p:cNvSpPr/>
          <p:nvPr/>
        </p:nvSpPr>
        <p:spPr>
          <a:xfrm>
            <a:off x="4619305" y="5524305"/>
            <a:ext cx="2047824" cy="519926"/>
          </a:xfrm>
          <a:prstGeom prst="can">
            <a:avLst>
              <a:gd name="adj" fmla="val 50000"/>
            </a:avLst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4619306" y="5524305"/>
            <a:ext cx="2047824" cy="259963"/>
          </a:xfrm>
          <a:prstGeom prst="ellipse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Цилиндр 5"/>
          <p:cNvSpPr/>
          <p:nvPr/>
        </p:nvSpPr>
        <p:spPr>
          <a:xfrm>
            <a:off x="5488234" y="2876874"/>
            <a:ext cx="309966" cy="2770322"/>
          </a:xfrm>
          <a:prstGeom prst="can">
            <a:avLst/>
          </a:prstGeom>
          <a:solidFill>
            <a:srgbClr val="F192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3626803" y="832351"/>
            <a:ext cx="4033446" cy="3307759"/>
          </a:xfrm>
          <a:custGeom>
            <a:avLst/>
            <a:gdLst>
              <a:gd name="connsiteX0" fmla="*/ 774355 w 4033446"/>
              <a:gd name="connsiteY0" fmla="*/ 0 h 3307759"/>
              <a:gd name="connsiteX1" fmla="*/ 3259092 w 4033446"/>
              <a:gd name="connsiteY1" fmla="*/ 0 h 3307759"/>
              <a:gd name="connsiteX2" fmla="*/ 3980567 w 4033446"/>
              <a:gd name="connsiteY2" fmla="*/ 2885899 h 3307759"/>
              <a:gd name="connsiteX3" fmla="*/ 3992474 w 4033446"/>
              <a:gd name="connsiteY3" fmla="*/ 2893810 h 3307759"/>
              <a:gd name="connsiteX4" fmla="*/ 4033446 w 4033446"/>
              <a:gd name="connsiteY4" fmla="*/ 2963242 h 3307759"/>
              <a:gd name="connsiteX5" fmla="*/ 2016723 w 4033446"/>
              <a:gd name="connsiteY5" fmla="*/ 3307759 h 3307759"/>
              <a:gd name="connsiteX6" fmla="*/ 0 w 4033446"/>
              <a:gd name="connsiteY6" fmla="*/ 2963242 h 3307759"/>
              <a:gd name="connsiteX7" fmla="*/ 40973 w 4033446"/>
              <a:gd name="connsiteY7" fmla="*/ 2893810 h 3307759"/>
              <a:gd name="connsiteX8" fmla="*/ 52880 w 4033446"/>
              <a:gd name="connsiteY8" fmla="*/ 2885899 h 330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33446" h="3307759">
                <a:moveTo>
                  <a:pt x="774355" y="0"/>
                </a:moveTo>
                <a:lnTo>
                  <a:pt x="3259092" y="0"/>
                </a:lnTo>
                <a:lnTo>
                  <a:pt x="3980567" y="2885899"/>
                </a:lnTo>
                <a:lnTo>
                  <a:pt x="3992474" y="2893810"/>
                </a:lnTo>
                <a:cubicBezTo>
                  <a:pt x="4019338" y="2916237"/>
                  <a:pt x="4033446" y="2939458"/>
                  <a:pt x="4033446" y="2963242"/>
                </a:cubicBezTo>
                <a:cubicBezTo>
                  <a:pt x="4033446" y="3153513"/>
                  <a:pt x="3130528" y="3307759"/>
                  <a:pt x="2016723" y="3307759"/>
                </a:cubicBezTo>
                <a:cubicBezTo>
                  <a:pt x="902918" y="3307759"/>
                  <a:pt x="0" y="3153513"/>
                  <a:pt x="0" y="2963242"/>
                </a:cubicBezTo>
                <a:cubicBezTo>
                  <a:pt x="0" y="2939458"/>
                  <a:pt x="14108" y="2916237"/>
                  <a:pt x="40973" y="2893810"/>
                </a:cubicBezTo>
                <a:lnTo>
                  <a:pt x="52880" y="2885899"/>
                </a:lnTo>
                <a:close/>
              </a:path>
            </a:pathLst>
          </a:custGeom>
          <a:solidFill>
            <a:srgbClr val="C80B1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391035" y="650254"/>
            <a:ext cx="2504364" cy="376527"/>
          </a:xfrm>
          <a:prstGeom prst="ellipse">
            <a:avLst/>
          </a:prstGeom>
          <a:gradFill flip="none" rotWithShape="1">
            <a:gsLst>
              <a:gs pos="0">
                <a:srgbClr val="C80B13">
                  <a:shade val="30000"/>
                  <a:satMod val="115000"/>
                </a:srgbClr>
              </a:gs>
              <a:gs pos="50000">
                <a:srgbClr val="C80B13">
                  <a:shade val="67500"/>
                  <a:satMod val="115000"/>
                </a:srgbClr>
              </a:gs>
              <a:gs pos="100000">
                <a:srgbClr val="C80B13">
                  <a:shade val="100000"/>
                  <a:satMod val="115000"/>
                </a:srgbClr>
              </a:gs>
            </a:gsLst>
            <a:lin ang="162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75134" y="1792669"/>
            <a:ext cx="3153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Сұрақ</a:t>
            </a:r>
            <a:endParaRPr lang="ru-RU" sz="5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Цилиндр 13"/>
          <p:cNvSpPr/>
          <p:nvPr/>
        </p:nvSpPr>
        <p:spPr>
          <a:xfrm>
            <a:off x="6180993" y="5481998"/>
            <a:ext cx="267955" cy="165198"/>
          </a:xfrm>
          <a:prstGeom prst="can">
            <a:avLst>
              <a:gd name="adj" fmla="val 44652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4165457" y="1902578"/>
            <a:ext cx="3265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solidFill>
                  <a:srgbClr val="C80B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</a:t>
            </a:r>
            <a:endParaRPr lang="ru-RU" sz="7200" i="1" dirty="0">
              <a:solidFill>
                <a:srgbClr val="C80B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6" descr="Male Student is Writing in His Notebook clip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87" y="3639793"/>
            <a:ext cx="2309885" cy="277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>
    <p:push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FC4C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80B1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BF04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9" grpId="0" animBg="1"/>
      <p:bldP spid="9" grpId="1" animBg="1"/>
      <p:bldP spid="8" grpId="0" animBg="1"/>
      <p:bldP spid="7" grpId="0" animBg="1"/>
      <p:bldP spid="7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</Words>
  <Application>WPS Presentation</Application>
  <PresentationFormat>Экран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Тема Office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Morozov</dc:creator>
  <cp:lastModifiedBy>Амантай</cp:lastModifiedBy>
  <cp:revision>15</cp:revision>
  <dcterms:created xsi:type="dcterms:W3CDTF">2022-05-12T12:42:00Z</dcterms:created>
  <dcterms:modified xsi:type="dcterms:W3CDTF">2026-04-23T17:50:59Z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516DF04D4300496E80E4B0CEB9760F6D_13</vt:lpwstr>
  </property>
  <property fmtid="{D5CDD505-2E9C-101B-9397-08002B2CF9AE}" pid="3" name="KSOProductBuildVer">
    <vt:lpwstr>1049-12.1.0.25242</vt:lpwstr>
  </property>
</Properties>
</file>