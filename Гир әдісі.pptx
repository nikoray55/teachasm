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0" r:id="rId5"/>
    <p:sldId id="259" r:id="rId6"/>
    <p:sldId id="261" r:id="rId7"/>
    <p:sldId id="258" r:id="rId8"/>
    <p:sldId id="262" r:id="rId9"/>
    <p:sldId id="263" r:id="rId10"/>
  </p:sldIdLst>
  <p:sldSz cx="12192000" cy="6858000"/>
  <p:notesSz cx="6887845" cy="100203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3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2EA98-AE49-4856-9848-DFC0E510DEBE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B876B-F750-40F5-8A70-F0C7C62BCB7D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2EA98-AE49-4856-9848-DFC0E510DEBE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B876B-F750-40F5-8A70-F0C7C62BCB7D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2EA98-AE49-4856-9848-DFC0E510DEBE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B876B-F750-40F5-8A70-F0C7C62BCB7D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2EA98-AE49-4856-9848-DFC0E510DEBE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B876B-F750-40F5-8A70-F0C7C62BCB7D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2EA98-AE49-4856-9848-DFC0E510DEBE}" type="datetimeFigureOut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B876B-F750-40F5-8A70-F0C7C62BCB7D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2EA98-AE49-4856-9848-DFC0E510DEBE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B876B-F750-40F5-8A70-F0C7C62BCB7D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2EA98-AE49-4856-9848-DFC0E510DEBE}" type="datetimeFigureOut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B876B-F750-40F5-8A70-F0C7C62BCB7D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2EA98-AE49-4856-9848-DFC0E510DEBE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B876B-F750-40F5-8A70-F0C7C62BCB7D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2EA98-AE49-4856-9848-DFC0E510DEBE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B876B-F750-40F5-8A70-F0C7C62BCB7D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2EA98-AE49-4856-9848-DFC0E510DEBE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B876B-F750-40F5-8A70-F0C7C62BCB7D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2EA98-AE49-4856-9848-DFC0E510DEBE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B876B-F750-40F5-8A70-F0C7C62BCB7D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72EA98-AE49-4856-9848-DFC0E510DEBE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6B876B-F750-40F5-8A70-F0C7C62BCB7D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8" r="12329"/>
          <a:stretch>
            <a:fillRect/>
          </a:stretch>
        </p:blipFill>
        <p:spPr>
          <a:xfrm>
            <a:off x="137787" y="162838"/>
            <a:ext cx="5486400" cy="6601217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7559" y="161515"/>
            <a:ext cx="5486876" cy="66025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40" r="12679"/>
          <a:stretch>
            <a:fillRect/>
          </a:stretch>
        </p:blipFill>
        <p:spPr>
          <a:xfrm>
            <a:off x="112734" y="100208"/>
            <a:ext cx="5523977" cy="666384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6222" y="100208"/>
            <a:ext cx="5529551" cy="66696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05" r="12131"/>
          <a:stretch>
            <a:fillRect/>
          </a:stretch>
        </p:blipFill>
        <p:spPr>
          <a:xfrm>
            <a:off x="100209" y="181628"/>
            <a:ext cx="5574082" cy="654485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4674" y="181628"/>
            <a:ext cx="5578323" cy="65415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59" r="12511"/>
          <a:stretch>
            <a:fillRect/>
          </a:stretch>
        </p:blipFill>
        <p:spPr>
          <a:xfrm>
            <a:off x="175364" y="112734"/>
            <a:ext cx="5549031" cy="6576165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395" y="112734"/>
            <a:ext cx="5547841" cy="65781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59" r="12511"/>
          <a:stretch>
            <a:fillRect/>
          </a:stretch>
        </p:blipFill>
        <p:spPr>
          <a:xfrm>
            <a:off x="175364" y="112734"/>
            <a:ext cx="5549031" cy="6576165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395" y="112734"/>
            <a:ext cx="5547841" cy="6578154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315" y="2483626"/>
            <a:ext cx="3987130" cy="369449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346" y="2483626"/>
            <a:ext cx="3987130" cy="36944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05" r="12131"/>
          <a:stretch>
            <a:fillRect/>
          </a:stretch>
        </p:blipFill>
        <p:spPr>
          <a:xfrm>
            <a:off x="100209" y="181628"/>
            <a:ext cx="5574082" cy="654485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4674" y="181628"/>
            <a:ext cx="5578323" cy="6541575"/>
          </a:xfrm>
          <a:prstGeom prst="rect">
            <a:avLst/>
          </a:prstGeom>
        </p:spPr>
      </p:pic>
      <p:sp>
        <p:nvSpPr>
          <p:cNvPr id="4" name="Овал 3"/>
          <p:cNvSpPr/>
          <p:nvPr/>
        </p:nvSpPr>
        <p:spPr>
          <a:xfrm>
            <a:off x="832981" y="2517732"/>
            <a:ext cx="3977014" cy="368265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0270" y="2517732"/>
            <a:ext cx="3987130" cy="36944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40" r="12679"/>
          <a:stretch>
            <a:fillRect/>
          </a:stretch>
        </p:blipFill>
        <p:spPr>
          <a:xfrm>
            <a:off x="112734" y="100208"/>
            <a:ext cx="5523977" cy="666384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6222" y="100208"/>
            <a:ext cx="5529551" cy="6669602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157" y="2558782"/>
            <a:ext cx="3987130" cy="3694496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432" y="2558782"/>
            <a:ext cx="3987130" cy="36944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8" r="12329"/>
          <a:stretch>
            <a:fillRect/>
          </a:stretch>
        </p:blipFill>
        <p:spPr>
          <a:xfrm>
            <a:off x="137787" y="162838"/>
            <a:ext cx="5486400" cy="6601217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7559" y="161515"/>
            <a:ext cx="5486876" cy="660254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422" y="2596360"/>
            <a:ext cx="3987130" cy="3694496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432" y="2596360"/>
            <a:ext cx="3987130" cy="36944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Широкоэкранный</PresentationFormat>
  <Paragraphs>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SimSun</vt:lpstr>
      <vt:lpstr>Wingdings</vt:lpstr>
      <vt:lpstr>Microsoft YaHei</vt:lpstr>
      <vt:lpstr>Arial Unicode MS</vt:lpstr>
      <vt:lpstr>Calibri Light</vt:lpstr>
      <vt:lpstr>Calibri</vt:lpstr>
      <vt:lpstr>Тема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Lenovo</dc:creator>
  <cp:lastModifiedBy>Амантай</cp:lastModifiedBy>
  <cp:revision>5</cp:revision>
  <cp:lastPrinted>2023-09-10T06:40:00Z</cp:lastPrinted>
  <dcterms:created xsi:type="dcterms:W3CDTF">2023-09-10T06:21:00Z</dcterms:created>
  <dcterms:modified xsi:type="dcterms:W3CDTF">2026-04-23T17:52:31Z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1A8930E66AB24123851872FB6FDF154F_13</vt:lpwstr>
  </property>
  <property fmtid="{D5CDD505-2E9C-101B-9397-08002B2CF9AE}" pid="3" name="KSOProductBuildVer">
    <vt:lpwstr>1049-12.1.0.25242</vt:lpwstr>
  </property>
</Properties>
</file>