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-1086" y="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5733-2968-430F-AC5B-1402BC273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3732-8013-4B50-8120-B313F6C7E6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5733-2968-430F-AC5B-1402BC273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3732-8013-4B50-8120-B313F6C7E6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5733-2968-430F-AC5B-1402BC273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3732-8013-4B50-8120-B313F6C7E6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5733-2968-430F-AC5B-1402BC273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3732-8013-4B50-8120-B313F6C7E6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5733-2968-430F-AC5B-1402BC2731D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3732-8013-4B50-8120-B313F6C7E6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5733-2968-430F-AC5B-1402BC2731D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3732-8013-4B50-8120-B313F6C7E6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5733-2968-430F-AC5B-1402BC2731D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3732-8013-4B50-8120-B313F6C7E6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5733-2968-430F-AC5B-1402BC273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3732-8013-4B50-8120-B313F6C7E6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5733-2968-430F-AC5B-1402BC273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3732-8013-4B50-8120-B313F6C7E6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5733-2968-430F-AC5B-1402BC273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3732-8013-4B50-8120-B313F6C7E6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5733-2968-430F-AC5B-1402BC273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3732-8013-4B50-8120-B313F6C7E6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25733-2968-430F-AC5B-1402BC273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63732-8013-4B50-8120-B313F6C7E62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5" b="21991"/>
          <a:stretch>
            <a:fillRect/>
          </a:stretch>
        </p:blipFill>
        <p:spPr>
          <a:xfrm>
            <a:off x="36095" y="300790"/>
            <a:ext cx="9107905" cy="593156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202717" y="1850984"/>
            <a:ext cx="258275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5 , 25 , 30 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503956" y="1873790"/>
            <a:ext cx="24929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10 , 40 , 60</a:t>
            </a:r>
            <a:endParaRPr lang="en-US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75031" y="4053699"/>
            <a:ext cx="2891304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5-ке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13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23 , 5 , 11 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25 , 32 ,30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498275" y="4093230"/>
            <a:ext cx="262444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10-ға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12 , 10 , 25 , 40  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33 , 60 , 44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5" b="21991"/>
          <a:stretch>
            <a:fillRect/>
          </a:stretch>
        </p:blipFill>
        <p:spPr>
          <a:xfrm>
            <a:off x="36095" y="300790"/>
            <a:ext cx="9107905" cy="593156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41460" y="1862860"/>
            <a:ext cx="272382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12 , 24 , 20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503956" y="1826289"/>
            <a:ext cx="272382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16 , 22 , 50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055042" y="4113076"/>
            <a:ext cx="2498826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2-ге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11 , 12 , 15 , 33 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24  , 20 , 9  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542332" y="4140731"/>
            <a:ext cx="2428870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2-ге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16 , 17 , 23 , 22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55 , 50 , 69 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5" b="21991"/>
          <a:stretch>
            <a:fillRect/>
          </a:stretch>
        </p:blipFill>
        <p:spPr>
          <a:xfrm>
            <a:off x="36095" y="300790"/>
            <a:ext cx="9107905" cy="593156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75205" y="1839109"/>
            <a:ext cx="300595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35 , 55 , 100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432704" y="1826289"/>
            <a:ext cx="272382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20 , 65 , 25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043166" y="4006198"/>
            <a:ext cx="2428870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5-ке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44 , 35 , 55 , 99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122 , 100 , 1 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494830" y="4069480"/>
            <a:ext cx="2518638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5-ке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20 , 66 ,  56 , 65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23 , 33 , 25 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5" b="21991"/>
          <a:stretch>
            <a:fillRect/>
          </a:stretch>
        </p:blipFill>
        <p:spPr>
          <a:xfrm>
            <a:off x="36095" y="300790"/>
            <a:ext cx="9107905" cy="593156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095839" y="1482850"/>
            <a:ext cx="2441694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100 , 200 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300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242699" y="1838164"/>
            <a:ext cx="29747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90 , 110 , 80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805659" y="4053699"/>
            <a:ext cx="3087577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10-ға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111 , 100 , 200 , 211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300 , 333 , 301 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435453" y="4045729"/>
            <a:ext cx="2857898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10-ға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90 , 99 , 125 , 110 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55 , 105 , 80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5" b="21991"/>
          <a:stretch>
            <a:fillRect/>
          </a:stretch>
        </p:blipFill>
        <p:spPr>
          <a:xfrm>
            <a:off x="36095" y="300790"/>
            <a:ext cx="9107905" cy="593156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53335" y="1839109"/>
            <a:ext cx="272382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22 , 50 , 44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503957" y="1802538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22 , 60 , 2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090667" y="4113076"/>
            <a:ext cx="2498826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2-ге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11 , 22 , 33 , 45 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50 , 44 , 65 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506706" y="4116981"/>
            <a:ext cx="2428870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2-ге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22 , 60 , 21 , 41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2 , 3 ,5 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5" b="21991"/>
          <a:stretch>
            <a:fillRect/>
          </a:stretch>
        </p:blipFill>
        <p:spPr>
          <a:xfrm>
            <a:off x="36095" y="300790"/>
            <a:ext cx="9107905" cy="593156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75205" y="1839109"/>
            <a:ext cx="300595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30 , 40 , 220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159571" y="1838164"/>
            <a:ext cx="32880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120 , 150 , 10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090668" y="4053699"/>
            <a:ext cx="2518703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10-ға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33 , 31 , 30 , 40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111 , 222 , 220 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233573" y="4093230"/>
            <a:ext cx="3217547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10-ға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lain" startAt="12"/>
            </a:pP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120 , 155 , 150  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/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7 , 8 ,10 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5" b="21991"/>
          <a:stretch>
            <a:fillRect/>
          </a:stretch>
        </p:blipFill>
        <p:spPr>
          <a:xfrm>
            <a:off x="36095" y="300790"/>
            <a:ext cx="9107905" cy="593156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17709" y="1827234"/>
            <a:ext cx="269266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115 , 75 , 5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135821" y="1838164"/>
            <a:ext cx="300595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25 , 50 , 100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150044" y="4018073"/>
            <a:ext cx="2352695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5-ке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6 , 7 , 115 , 75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2 , 3 , 5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518581" y="4069479"/>
            <a:ext cx="2479012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5-ке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21 , 25 , 33 , 50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111 , 100 , 101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5" b="21991"/>
          <a:stretch>
            <a:fillRect/>
          </a:stretch>
        </p:blipFill>
        <p:spPr>
          <a:xfrm>
            <a:off x="36095" y="300790"/>
            <a:ext cx="9107905" cy="593156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17709" y="1827234"/>
            <a:ext cx="272382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2 , 36 , 100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242699" y="1814413"/>
            <a:ext cx="300595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44 , 28 , 200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114418" y="4029948"/>
            <a:ext cx="2339102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2-ге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5 , 2 , 33 , 35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36 , 100 , 199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506706" y="4057604"/>
            <a:ext cx="2518638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2-ге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44 , 55 , 77 , 28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201 , 333 , 200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5" b="21991"/>
          <a:stretch>
            <a:fillRect/>
          </a:stretch>
        </p:blipFill>
        <p:spPr>
          <a:xfrm>
            <a:off x="36095" y="300790"/>
            <a:ext cx="9107905" cy="593156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048337" y="1565976"/>
            <a:ext cx="2582758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100 , 1000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10000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159571" y="1861915"/>
            <a:ext cx="32880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102 , 104 , 18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75031" y="4053699"/>
            <a:ext cx="3147015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10-ға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100 , 101 , 102 , 103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1000 , 999 , 10000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233573" y="4093230"/>
            <a:ext cx="3057247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2-ге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99 , 101 , 102 , 103 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104 , 15 , 18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5" b="21991"/>
          <a:stretch>
            <a:fillRect/>
          </a:stretch>
        </p:blipFill>
        <p:spPr>
          <a:xfrm>
            <a:off x="36095" y="300790"/>
            <a:ext cx="9107905" cy="593156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048337" y="1565976"/>
            <a:ext cx="2300630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125 , 150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175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159571" y="1861915"/>
            <a:ext cx="32880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100 , 400 , 10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98782" y="4101200"/>
            <a:ext cx="3236784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5-ке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121 , 122 , 123 , 124 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125 , 150 , 175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364202" y="4069480"/>
            <a:ext cx="2787943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2-ге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100 , 199 , 299 , 9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400 , 445 , 10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5" b="21991"/>
          <a:stretch>
            <a:fillRect/>
          </a:stretch>
        </p:blipFill>
        <p:spPr>
          <a:xfrm>
            <a:off x="36095" y="300790"/>
            <a:ext cx="9107905" cy="593156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048337" y="1565976"/>
            <a:ext cx="2582758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555 , 1000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100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551457" y="1458154"/>
            <a:ext cx="2582758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600 , 1000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5000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75031" y="4053699"/>
            <a:ext cx="3236784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5-ке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333 , 444 , 555 , 666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1000 , 99 , 100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269199" y="4093230"/>
            <a:ext cx="2967479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2-ге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600 , 999 , 1000 , 1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555 , 5000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5" b="21991"/>
          <a:stretch>
            <a:fillRect/>
          </a:stretch>
        </p:blipFill>
        <p:spPr>
          <a:xfrm>
            <a:off x="36095" y="300790"/>
            <a:ext cx="9107905" cy="593156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048337" y="1565976"/>
            <a:ext cx="2864887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1000 , 2000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3000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551457" y="1458154"/>
            <a:ext cx="2300630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600 , 900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3000</a:t>
            </a:r>
            <a:endParaRPr lang="en-US" sz="4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75031" y="4053699"/>
            <a:ext cx="3356881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5-ке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1000 , 1111 , 2000 , 3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333 , 444 , 3000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459204" y="4069479"/>
            <a:ext cx="2788007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10-ға бөлінеді</a:t>
            </a:r>
            <a:r>
              <a:rPr lang="ru-RU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989 , 1001 , 600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900 , 554 , 3000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1599</Words>
  <Application>WPS Presentation</Application>
  <PresentationFormat>Экран (4:3)</PresentationFormat>
  <Paragraphs>152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Calibri Light</vt:lpstr>
      <vt:lpstr>Calibri</vt:lpstr>
      <vt:lpstr>Microsoft YaHei</vt:lpstr>
      <vt:lpstr>Arial Unicode MS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303</dc:creator>
  <cp:lastModifiedBy>Амантай</cp:lastModifiedBy>
  <cp:revision>10</cp:revision>
  <dcterms:created xsi:type="dcterms:W3CDTF">2023-09-13T03:24:00Z</dcterms:created>
  <dcterms:modified xsi:type="dcterms:W3CDTF">2026-04-23T17:54:55Z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37FBE7CDC4484CF89654EDFEFB2F4786_13</vt:lpwstr>
  </property>
  <property fmtid="{D5CDD505-2E9C-101B-9397-08002B2CF9AE}" pid="3" name="KSOProductBuildVer">
    <vt:lpwstr>1049-12.1.0.25242</vt:lpwstr>
  </property>
</Properties>
</file>