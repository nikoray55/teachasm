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av" ContentType="audio/x-wav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A9C4E"/>
    <a:srgbClr val="092C9C"/>
    <a:srgbClr val="586CE8"/>
    <a:srgbClr val="EBE6D3"/>
    <a:srgbClr val="C9E5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291" autoAdjust="0"/>
  </p:normalViewPr>
  <p:slideViewPr>
    <p:cSldViewPr snapToGrid="0">
      <p:cViewPr>
        <p:scale>
          <a:sx n="33" d="100"/>
          <a:sy n="33" d="100"/>
        </p:scale>
        <p:origin x="2154" y="9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9A976A-380C-482D-A0F9-8297C06585FD}" type="datetimeFigureOut">
              <a:rPr lang="ru-RU" smtClean="0"/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DB9229-F9C2-4A84-AE36-F77C82D7DABD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uk.online_bilim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DB9229-F9C2-4A84-AE36-F77C82D7DABD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8562E-D6BE-4C52-9023-CAAC5F75A1CC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7C502-4225-4E10-B539-428E5F057E0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8562E-D6BE-4C52-9023-CAAC5F75A1CC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7C502-4225-4E10-B539-428E5F057E0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8562E-D6BE-4C52-9023-CAAC5F75A1CC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7C502-4225-4E10-B539-428E5F057E0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8562E-D6BE-4C52-9023-CAAC5F75A1CC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7C502-4225-4E10-B539-428E5F057E0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8562E-D6BE-4C52-9023-CAAC5F75A1CC}" type="datetimeFigureOut">
              <a:rPr lang="ru-RU" smtClean="0"/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7C502-4225-4E10-B539-428E5F057E0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8562E-D6BE-4C52-9023-CAAC5F75A1CC}" type="datetimeFigureOut">
              <a:rPr lang="ru-RU" smtClean="0"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7C502-4225-4E10-B539-428E5F057E0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8562E-D6BE-4C52-9023-CAAC5F75A1CC}" type="datetimeFigureOut">
              <a:rPr lang="ru-RU" smtClean="0"/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7C502-4225-4E10-B539-428E5F057E0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8562E-D6BE-4C52-9023-CAAC5F75A1CC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7C502-4225-4E10-B539-428E5F057E0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8562E-D6BE-4C52-9023-CAAC5F75A1CC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7C502-4225-4E10-B539-428E5F057E0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8562E-D6BE-4C52-9023-CAAC5F75A1CC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7C502-4225-4E10-B539-428E5F057E0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8562E-D6BE-4C52-9023-CAAC5F75A1CC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7C502-4225-4E10-B539-428E5F057E0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38562E-D6BE-4C52-9023-CAAC5F75A1CC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87C502-4225-4E10-B539-428E5F057E00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audio" Target="../media/audio1.wav"/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41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085" b="89831" l="982" r="97872">
                        <a14:foregroundMark x1="31260" y1="51186" x2="33061" y2="51186"/>
                        <a14:foregroundMark x1="33061" y1="51186" x2="29787" y2="44746"/>
                        <a14:foregroundMark x1="29787" y1="44746" x2="28969" y2="50169"/>
                        <a14:backgroundMark x1="28478" y1="87119" x2="38462" y2="75254"/>
                        <a14:backgroundMark x1="38462" y1="75254" x2="45008" y2="63051"/>
                        <a14:backgroundMark x1="74959" y1="84068" x2="88543" y2="68136"/>
                      </a14:backgroundRemoval>
                    </a14:imgEffect>
                  </a14:imgLayer>
                </a14:imgProps>
              </a:ext>
            </a:extLst>
          </a:blip>
          <a:srcRect r="58896"/>
          <a:stretch>
            <a:fillRect/>
          </a:stretch>
        </p:blipFill>
        <p:spPr>
          <a:xfrm>
            <a:off x="2919738" y="3680439"/>
            <a:ext cx="2392166" cy="2809875"/>
          </a:xfrm>
          <a:prstGeom prst="rect">
            <a:avLst/>
          </a:prstGeom>
        </p:spPr>
      </p:pic>
      <p:pic>
        <p:nvPicPr>
          <p:cNvPr id="48" name="Рисунок 47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085" b="89831" l="982" r="97872">
                        <a14:foregroundMark x1="31260" y1="51186" x2="33061" y2="51186"/>
                        <a14:foregroundMark x1="33061" y1="51186" x2="29787" y2="44746"/>
                        <a14:foregroundMark x1="29787" y1="44746" x2="28969" y2="50169"/>
                        <a14:backgroundMark x1="28478" y1="87119" x2="38462" y2="75254"/>
                        <a14:backgroundMark x1="38462" y1="75254" x2="45008" y2="63051"/>
                        <a14:backgroundMark x1="74959" y1="84068" x2="88543" y2="68136"/>
                      </a14:backgroundRemoval>
                    </a14:imgEffect>
                  </a14:imgLayer>
                </a14:imgProps>
              </a:ext>
            </a:extLst>
          </a:blip>
          <a:srcRect r="58896"/>
          <a:stretch>
            <a:fillRect/>
          </a:stretch>
        </p:blipFill>
        <p:spPr>
          <a:xfrm>
            <a:off x="4937650" y="4482956"/>
            <a:ext cx="2392166" cy="2809875"/>
          </a:xfrm>
          <a:prstGeom prst="rect">
            <a:avLst/>
          </a:prstGeom>
        </p:spPr>
      </p:pic>
      <p:pic>
        <p:nvPicPr>
          <p:cNvPr id="53" name="Рисунок 52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085" b="89831" l="982" r="97872">
                        <a14:foregroundMark x1="31260" y1="51186" x2="33061" y2="51186"/>
                        <a14:foregroundMark x1="33061" y1="51186" x2="29787" y2="44746"/>
                        <a14:foregroundMark x1="29787" y1="44746" x2="28969" y2="50169"/>
                        <a14:backgroundMark x1="28478" y1="87119" x2="38462" y2="75254"/>
                        <a14:backgroundMark x1="38462" y1="75254" x2="45008" y2="63051"/>
                        <a14:backgroundMark x1="74959" y1="84068" x2="88543" y2="68136"/>
                      </a14:backgroundRemoval>
                    </a14:imgEffect>
                  </a14:imgLayer>
                </a14:imgProps>
              </a:ext>
            </a:extLst>
          </a:blip>
          <a:srcRect r="58896"/>
          <a:stretch>
            <a:fillRect/>
          </a:stretch>
        </p:blipFill>
        <p:spPr>
          <a:xfrm>
            <a:off x="967589" y="2948847"/>
            <a:ext cx="2392166" cy="2809875"/>
          </a:xfrm>
          <a:prstGeom prst="rect">
            <a:avLst/>
          </a:prstGeom>
        </p:spPr>
      </p:pic>
      <p:grpSp>
        <p:nvGrpSpPr>
          <p:cNvPr id="50" name="Группа 49"/>
          <p:cNvGrpSpPr/>
          <p:nvPr/>
        </p:nvGrpSpPr>
        <p:grpSpPr>
          <a:xfrm>
            <a:off x="4972666" y="4422185"/>
            <a:ext cx="2643849" cy="2809875"/>
            <a:chOff x="159304" y="3413808"/>
            <a:chExt cx="2643849" cy="2809875"/>
          </a:xfrm>
        </p:grpSpPr>
        <p:pic>
          <p:nvPicPr>
            <p:cNvPr id="51" name="Рисунок 50"/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5085" b="89831" l="982" r="97872">
                          <a14:foregroundMark x1="31260" y1="51186" x2="33061" y2="51186"/>
                          <a14:foregroundMark x1="33061" y1="51186" x2="29787" y2="44746"/>
                          <a14:foregroundMark x1="29787" y1="44746" x2="28969" y2="50169"/>
                          <a14:backgroundMark x1="28478" y1="87119" x2="38462" y2="75254"/>
                          <a14:backgroundMark x1="38462" y1="75254" x2="45008" y2="63051"/>
                          <a14:backgroundMark x1="74959" y1="84068" x2="88543" y2="68136"/>
                        </a14:backgroundRemoval>
                      </a14:imgEffect>
                    </a14:imgLayer>
                  </a14:imgProps>
                </a:ext>
              </a:extLst>
            </a:blip>
            <a:srcRect l="44972" r="9599"/>
            <a:stretch>
              <a:fillRect/>
            </a:stretch>
          </p:blipFill>
          <p:spPr>
            <a:xfrm>
              <a:off x="159304" y="3413808"/>
              <a:ext cx="2643849" cy="2809875"/>
            </a:xfrm>
            <a:prstGeom prst="rect">
              <a:avLst/>
            </a:prstGeom>
          </p:spPr>
        </p:pic>
        <p:sp>
          <p:nvSpPr>
            <p:cNvPr id="52" name="TextBox 51"/>
            <p:cNvSpPr txBox="1"/>
            <p:nvPr/>
          </p:nvSpPr>
          <p:spPr>
            <a:xfrm>
              <a:off x="779850" y="4702202"/>
              <a:ext cx="154080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bg1"/>
                  </a:solidFill>
                  <a:latin typeface="KZ Good Vibes Pro" panose="02000507080000020002" pitchFamily="2" charset="0"/>
                </a:rPr>
                <a:t>Сөз жазасыз</a:t>
              </a:r>
              <a:endParaRPr lang="ru-RU" sz="2400" dirty="0">
                <a:solidFill>
                  <a:schemeClr val="bg1"/>
                </a:solidFill>
                <a:latin typeface="KZ Good Vibes Pro" panose="02000507080000020002" pitchFamily="2" charset="0"/>
              </a:endParaRPr>
            </a:p>
          </p:txBody>
        </p:sp>
      </p:grpSp>
      <p:grpSp>
        <p:nvGrpSpPr>
          <p:cNvPr id="54" name="Группа 53"/>
          <p:cNvGrpSpPr/>
          <p:nvPr/>
        </p:nvGrpSpPr>
        <p:grpSpPr>
          <a:xfrm>
            <a:off x="1002605" y="2888076"/>
            <a:ext cx="2643849" cy="2809875"/>
            <a:chOff x="159304" y="3413808"/>
            <a:chExt cx="2643849" cy="2809875"/>
          </a:xfrm>
        </p:grpSpPr>
        <p:pic>
          <p:nvPicPr>
            <p:cNvPr id="55" name="Рисунок 54"/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5085" b="89831" l="982" r="97872">
                          <a14:foregroundMark x1="31260" y1="51186" x2="33061" y2="51186"/>
                          <a14:foregroundMark x1="33061" y1="51186" x2="29787" y2="44746"/>
                          <a14:foregroundMark x1="29787" y1="44746" x2="28969" y2="50169"/>
                          <a14:backgroundMark x1="28478" y1="87119" x2="38462" y2="75254"/>
                          <a14:backgroundMark x1="38462" y1="75254" x2="45008" y2="63051"/>
                          <a14:backgroundMark x1="74959" y1="84068" x2="88543" y2="68136"/>
                        </a14:backgroundRemoval>
                      </a14:imgEffect>
                    </a14:imgLayer>
                  </a14:imgProps>
                </a:ext>
              </a:extLst>
            </a:blip>
            <a:srcRect l="44972" r="9599"/>
            <a:stretch>
              <a:fillRect/>
            </a:stretch>
          </p:blipFill>
          <p:spPr>
            <a:xfrm>
              <a:off x="159304" y="3413808"/>
              <a:ext cx="2643849" cy="2809875"/>
            </a:xfrm>
            <a:prstGeom prst="rect">
              <a:avLst/>
            </a:prstGeom>
          </p:spPr>
        </p:pic>
        <p:sp>
          <p:nvSpPr>
            <p:cNvPr id="56" name="TextBox 55"/>
            <p:cNvSpPr txBox="1"/>
            <p:nvPr/>
          </p:nvSpPr>
          <p:spPr>
            <a:xfrm>
              <a:off x="779850" y="4702202"/>
              <a:ext cx="154080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bg1"/>
                  </a:solidFill>
                  <a:latin typeface="KZ Good Vibes Pro" panose="02000507080000020002" pitchFamily="2" charset="0"/>
                </a:rPr>
                <a:t>Сөз жазасыз</a:t>
              </a:r>
              <a:endParaRPr lang="ru-RU" sz="2400" dirty="0">
                <a:solidFill>
                  <a:schemeClr val="bg1"/>
                </a:solidFill>
                <a:latin typeface="KZ Good Vibes Pro" panose="02000507080000020002" pitchFamily="2" charset="0"/>
              </a:endParaRPr>
            </a:p>
          </p:txBody>
        </p:sp>
      </p:grpSp>
      <p:pic>
        <p:nvPicPr>
          <p:cNvPr id="57" name="Рисунок 56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085" b="89831" l="982" r="97872">
                        <a14:foregroundMark x1="31260" y1="51186" x2="33061" y2="51186"/>
                        <a14:foregroundMark x1="33061" y1="51186" x2="29787" y2="44746"/>
                        <a14:foregroundMark x1="29787" y1="44746" x2="28969" y2="50169"/>
                        <a14:backgroundMark x1="28478" y1="87119" x2="38462" y2="75254"/>
                        <a14:backgroundMark x1="38462" y1="75254" x2="45008" y2="63051"/>
                        <a14:backgroundMark x1="74959" y1="84068" x2="88543" y2="68136"/>
                      </a14:backgroundRemoval>
                    </a14:imgEffect>
                  </a14:imgLayer>
                </a14:imgProps>
              </a:ext>
            </a:extLst>
          </a:blip>
          <a:srcRect r="58896"/>
          <a:stretch>
            <a:fillRect/>
          </a:stretch>
        </p:blipFill>
        <p:spPr>
          <a:xfrm>
            <a:off x="6812303" y="4077776"/>
            <a:ext cx="2392166" cy="2809875"/>
          </a:xfrm>
          <a:prstGeom prst="rect">
            <a:avLst/>
          </a:prstGeom>
        </p:spPr>
      </p:pic>
      <p:grpSp>
        <p:nvGrpSpPr>
          <p:cNvPr id="58" name="Группа 57"/>
          <p:cNvGrpSpPr/>
          <p:nvPr/>
        </p:nvGrpSpPr>
        <p:grpSpPr>
          <a:xfrm>
            <a:off x="6847319" y="4017005"/>
            <a:ext cx="2643849" cy="2809875"/>
            <a:chOff x="159304" y="3413808"/>
            <a:chExt cx="2643849" cy="2809875"/>
          </a:xfrm>
        </p:grpSpPr>
        <p:pic>
          <p:nvPicPr>
            <p:cNvPr id="59" name="Рисунок 58"/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5085" b="89831" l="982" r="97872">
                          <a14:foregroundMark x1="31260" y1="51186" x2="33061" y2="51186"/>
                          <a14:foregroundMark x1="33061" y1="51186" x2="29787" y2="44746"/>
                          <a14:foregroundMark x1="29787" y1="44746" x2="28969" y2="50169"/>
                          <a14:backgroundMark x1="28478" y1="87119" x2="38462" y2="75254"/>
                          <a14:backgroundMark x1="38462" y1="75254" x2="45008" y2="63051"/>
                          <a14:backgroundMark x1="74959" y1="84068" x2="88543" y2="68136"/>
                        </a14:backgroundRemoval>
                      </a14:imgEffect>
                    </a14:imgLayer>
                  </a14:imgProps>
                </a:ext>
              </a:extLst>
            </a:blip>
            <a:srcRect l="44972" r="9599"/>
            <a:stretch>
              <a:fillRect/>
            </a:stretch>
          </p:blipFill>
          <p:spPr>
            <a:xfrm>
              <a:off x="159304" y="3413808"/>
              <a:ext cx="2643849" cy="2809875"/>
            </a:xfrm>
            <a:prstGeom prst="rect">
              <a:avLst/>
            </a:prstGeom>
          </p:spPr>
        </p:pic>
        <p:sp>
          <p:nvSpPr>
            <p:cNvPr id="60" name="TextBox 59"/>
            <p:cNvSpPr txBox="1"/>
            <p:nvPr/>
          </p:nvSpPr>
          <p:spPr>
            <a:xfrm>
              <a:off x="779850" y="4702202"/>
              <a:ext cx="154080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bg1"/>
                  </a:solidFill>
                  <a:latin typeface="KZ Good Vibes Pro" panose="02000507080000020002" pitchFamily="2" charset="0"/>
                </a:rPr>
                <a:t>Сөз жазасыз</a:t>
              </a:r>
              <a:endParaRPr lang="ru-RU" sz="2400" dirty="0">
                <a:solidFill>
                  <a:schemeClr val="bg1"/>
                </a:solidFill>
                <a:latin typeface="KZ Good Vibes Pro" panose="02000507080000020002" pitchFamily="2" charset="0"/>
              </a:endParaRPr>
            </a:p>
          </p:txBody>
        </p:sp>
      </p:grpSp>
      <p:pic>
        <p:nvPicPr>
          <p:cNvPr id="61" name="Рисунок 60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085" b="89831" l="982" r="97872">
                        <a14:foregroundMark x1="31260" y1="51186" x2="33061" y2="51186"/>
                        <a14:foregroundMark x1="33061" y1="51186" x2="29787" y2="44746"/>
                        <a14:foregroundMark x1="29787" y1="44746" x2="28969" y2="50169"/>
                        <a14:backgroundMark x1="28478" y1="87119" x2="38462" y2="75254"/>
                        <a14:backgroundMark x1="38462" y1="75254" x2="45008" y2="63051"/>
                        <a14:backgroundMark x1="74959" y1="84068" x2="88543" y2="68136"/>
                      </a14:backgroundRemoval>
                    </a14:imgEffect>
                  </a14:imgLayer>
                </a14:imgProps>
              </a:ext>
            </a:extLst>
          </a:blip>
          <a:srcRect r="58896"/>
          <a:stretch>
            <a:fillRect/>
          </a:stretch>
        </p:blipFill>
        <p:spPr>
          <a:xfrm>
            <a:off x="8459940" y="3138790"/>
            <a:ext cx="2392166" cy="2809875"/>
          </a:xfrm>
          <a:prstGeom prst="rect">
            <a:avLst/>
          </a:prstGeom>
        </p:spPr>
      </p:pic>
      <p:grpSp>
        <p:nvGrpSpPr>
          <p:cNvPr id="62" name="Группа 61"/>
          <p:cNvGrpSpPr/>
          <p:nvPr/>
        </p:nvGrpSpPr>
        <p:grpSpPr>
          <a:xfrm>
            <a:off x="8494956" y="3078019"/>
            <a:ext cx="2643849" cy="2809875"/>
            <a:chOff x="159304" y="3413808"/>
            <a:chExt cx="2643849" cy="2809875"/>
          </a:xfrm>
        </p:grpSpPr>
        <p:pic>
          <p:nvPicPr>
            <p:cNvPr id="63" name="Рисунок 62"/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5085" b="89831" l="982" r="97872">
                          <a14:foregroundMark x1="31260" y1="51186" x2="33061" y2="51186"/>
                          <a14:foregroundMark x1="33061" y1="51186" x2="29787" y2="44746"/>
                          <a14:foregroundMark x1="29787" y1="44746" x2="28969" y2="50169"/>
                          <a14:backgroundMark x1="28478" y1="87119" x2="38462" y2="75254"/>
                          <a14:backgroundMark x1="38462" y1="75254" x2="45008" y2="63051"/>
                          <a14:backgroundMark x1="74959" y1="84068" x2="88543" y2="68136"/>
                        </a14:backgroundRemoval>
                      </a14:imgEffect>
                    </a14:imgLayer>
                  </a14:imgProps>
                </a:ext>
              </a:extLst>
            </a:blip>
            <a:srcRect l="44972" r="9599"/>
            <a:stretch>
              <a:fillRect/>
            </a:stretch>
          </p:blipFill>
          <p:spPr>
            <a:xfrm>
              <a:off x="159304" y="3413808"/>
              <a:ext cx="2643849" cy="2809875"/>
            </a:xfrm>
            <a:prstGeom prst="rect">
              <a:avLst/>
            </a:prstGeom>
          </p:spPr>
        </p:pic>
        <p:sp>
          <p:nvSpPr>
            <p:cNvPr id="64" name="TextBox 63"/>
            <p:cNvSpPr txBox="1"/>
            <p:nvPr/>
          </p:nvSpPr>
          <p:spPr>
            <a:xfrm>
              <a:off x="779850" y="4702202"/>
              <a:ext cx="154080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bg1"/>
                  </a:solidFill>
                  <a:latin typeface="KZ Good Vibes Pro" panose="02000507080000020002" pitchFamily="2" charset="0"/>
                </a:rPr>
                <a:t>Сөз жазасыз</a:t>
              </a:r>
              <a:endParaRPr lang="ru-RU" sz="2400" dirty="0">
                <a:solidFill>
                  <a:schemeClr val="bg1"/>
                </a:solidFill>
                <a:latin typeface="KZ Good Vibes Pro" panose="02000507080000020002" pitchFamily="2" charset="0"/>
              </a:endParaRPr>
            </a:p>
          </p:txBody>
        </p:sp>
      </p:grpSp>
      <p:sp>
        <p:nvSpPr>
          <p:cNvPr id="9" name="Прямоугольник: скругленные углы 8"/>
          <p:cNvSpPr/>
          <p:nvPr/>
        </p:nvSpPr>
        <p:spPr>
          <a:xfrm>
            <a:off x="1522661" y="1192324"/>
            <a:ext cx="9400599" cy="2067951"/>
          </a:xfrm>
          <a:prstGeom prst="roundRect">
            <a:avLst/>
          </a:prstGeom>
          <a:gradFill flip="none" rotWithShape="1">
            <a:gsLst>
              <a:gs pos="0">
                <a:srgbClr val="CA9C4E">
                  <a:shade val="30000"/>
                  <a:satMod val="115000"/>
                  <a:alpha val="51000"/>
                </a:srgbClr>
              </a:gs>
              <a:gs pos="50000">
                <a:srgbClr val="CA9C4E">
                  <a:shade val="67500"/>
                  <a:satMod val="115000"/>
                  <a:alpha val="73000"/>
                </a:srgbClr>
              </a:gs>
              <a:gs pos="100000">
                <a:srgbClr val="CA9C4E">
                  <a:shade val="100000"/>
                  <a:satMod val="115000"/>
                  <a:alpha val="79000"/>
                </a:srgbClr>
              </a:gs>
            </a:gsLst>
            <a:lin ang="16200000" scaled="1"/>
            <a:tileRect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KZ Good Vibes Pro" panose="02000507080000020002" pitchFamily="2" charset="0"/>
              </a:rPr>
              <a:t>Қораптарда жасырылған сұрақтарға жауап берейік.</a:t>
            </a:r>
            <a:endParaRPr lang="ru-RU" sz="3600" dirty="0">
              <a:latin typeface="KZ Good Vibes Pro" panose="02000507080000020002" pitchFamily="2" charset="0"/>
            </a:endParaRPr>
          </a:p>
        </p:txBody>
      </p:sp>
      <p:grpSp>
        <p:nvGrpSpPr>
          <p:cNvPr id="8" name="Группа 7"/>
          <p:cNvGrpSpPr/>
          <p:nvPr/>
        </p:nvGrpSpPr>
        <p:grpSpPr>
          <a:xfrm>
            <a:off x="2954754" y="3619668"/>
            <a:ext cx="2643849" cy="2809875"/>
            <a:chOff x="159304" y="3413808"/>
            <a:chExt cx="2643849" cy="2809875"/>
          </a:xfrm>
        </p:grpSpPr>
        <p:pic>
          <p:nvPicPr>
            <p:cNvPr id="7" name="Рисунок 6"/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5085" b="89831" l="982" r="97872">
                          <a14:foregroundMark x1="31260" y1="51186" x2="33061" y2="51186"/>
                          <a14:foregroundMark x1="33061" y1="51186" x2="29787" y2="44746"/>
                          <a14:foregroundMark x1="29787" y1="44746" x2="28969" y2="50169"/>
                          <a14:backgroundMark x1="28478" y1="87119" x2="38462" y2="75254"/>
                          <a14:backgroundMark x1="38462" y1="75254" x2="45008" y2="63051"/>
                          <a14:backgroundMark x1="74959" y1="84068" x2="88543" y2="68136"/>
                        </a14:backgroundRemoval>
                      </a14:imgEffect>
                    </a14:imgLayer>
                  </a14:imgProps>
                </a:ext>
              </a:extLst>
            </a:blip>
            <a:srcRect l="44972" r="9599"/>
            <a:stretch>
              <a:fillRect/>
            </a:stretch>
          </p:blipFill>
          <p:spPr>
            <a:xfrm>
              <a:off x="159304" y="3413808"/>
              <a:ext cx="2643849" cy="2809875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779850" y="4702202"/>
              <a:ext cx="154080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bg1"/>
                  </a:solidFill>
                  <a:latin typeface="KZ Good Vibes Pro" panose="02000507080000020002" pitchFamily="2" charset="0"/>
                </a:rPr>
                <a:t>Сөз жазасыз</a:t>
              </a:r>
              <a:endParaRPr lang="ru-RU" sz="2400" dirty="0">
                <a:solidFill>
                  <a:schemeClr val="bg1"/>
                </a:solidFill>
                <a:latin typeface="KZ Good Vibes Pro" panose="02000507080000020002" pitchFamily="2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filing-papers_gk2vvp4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filing-papers_gk2vvp4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8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filing-papers_gk2vvp4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filing-papers_gk2vvp4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filing-papers_gk2vvp4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</Words>
  <Application>WPS Presentation</Application>
  <PresentationFormat>Широкоэкранный</PresentationFormat>
  <Paragraphs>12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SimSun</vt:lpstr>
      <vt:lpstr>Wingdings</vt:lpstr>
      <vt:lpstr>KZ Good Vibes Pro</vt:lpstr>
      <vt:lpstr>PMingLiU-ExtB</vt:lpstr>
      <vt:lpstr>Microsoft YaHei</vt:lpstr>
      <vt:lpstr>Arial Unicode MS</vt:lpstr>
      <vt:lpstr>Calibri Light</vt:lpstr>
      <vt:lpstr>Calibri</vt:lpstr>
      <vt:lpstr>Тема Office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Наталья</dc:creator>
  <cp:lastModifiedBy>Амантай</cp:lastModifiedBy>
  <cp:revision>19</cp:revision>
  <dcterms:created xsi:type="dcterms:W3CDTF">2022-02-07T08:03:00Z</dcterms:created>
  <dcterms:modified xsi:type="dcterms:W3CDTF">2026-04-23T17:50:06Z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814E0CBF09564DB2BE65E6695BE6B385_13</vt:lpwstr>
  </property>
  <property fmtid="{D5CDD505-2E9C-101B-9397-08002B2CF9AE}" pid="3" name="KSOProductBuildVer">
    <vt:lpwstr>1049-12.1.0.25242</vt:lpwstr>
  </property>
</Properties>
</file>