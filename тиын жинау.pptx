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5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4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54D5A-4E30-2442-971F-2A321E73F02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8A0EF-21F9-F647-A257-E1FBA9775A77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slide" Target="slide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457200" y="533400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1902443" y="899034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$2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799539" y="2329329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$3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3242931" y="611372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4742122" y="393282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2559108" y="2535917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530843" y="4338619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$4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1902443" y="3973800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4082904" y="1808276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$4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6631580" y="1780799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$2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5691964" y="1135667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7347100" y="633147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$3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7023590" y="3040815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$5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5" name="Овал 64"/>
          <p:cNvSpPr/>
          <p:nvPr/>
        </p:nvSpPr>
        <p:spPr>
          <a:xfrm>
            <a:off x="5156300" y="2776091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$1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7" name="Овал 66"/>
          <p:cNvSpPr/>
          <p:nvPr/>
        </p:nvSpPr>
        <p:spPr>
          <a:xfrm>
            <a:off x="7903943" y="2085978"/>
            <a:ext cx="914400" cy="914400"/>
          </a:xfrm>
          <a:prstGeom prst="ellipse">
            <a:avLst/>
          </a:prstGeom>
          <a:solidFill>
            <a:srgbClr val="FFFF00"/>
          </a:solidFill>
          <a:ln w="28575"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$2</a:t>
            </a:r>
            <a:endParaRPr lang="ru-RU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6" name="Овал 55"/>
          <p:cNvSpPr/>
          <p:nvPr/>
        </p:nvSpPr>
        <p:spPr>
          <a:xfrm>
            <a:off x="6606364" y="1793400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12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457200" y="533400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1902443" y="899034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799539" y="2329329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3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3242931" y="611372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5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4742122" y="390405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2577037" y="2571035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530843" y="4338619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14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" name="Овал 33"/>
          <p:cNvSpPr/>
          <p:nvPr/>
        </p:nvSpPr>
        <p:spPr>
          <a:xfrm>
            <a:off x="1902443" y="3978662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13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4097081" y="1818950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7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8" name="Овал 57"/>
          <p:cNvSpPr/>
          <p:nvPr/>
        </p:nvSpPr>
        <p:spPr>
          <a:xfrm>
            <a:off x="5691964" y="1147864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8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7347100" y="645748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10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7023590" y="3015051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9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5131084" y="2776091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15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7878727" y="2074887"/>
            <a:ext cx="914400" cy="914400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accent2">
                    <a:lumMod val="50000"/>
                  </a:schemeClr>
                </a:solidFill>
              </a:rPr>
              <a:t>11</a:t>
            </a:r>
            <a:endParaRPr lang="ru-RU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71" name="Picture 8" descr="Gold Coins Vector 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806" y="4033684"/>
            <a:ext cx="3850558" cy="269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Блок-схема: магнитный диск 2">
            <a:hlinkClick r:id="rId2" action="ppaction://hlinksldjump"/>
          </p:cNvPr>
          <p:cNvSpPr/>
          <p:nvPr/>
        </p:nvSpPr>
        <p:spPr>
          <a:xfrm>
            <a:off x="6920159" y="4731347"/>
            <a:ext cx="1707885" cy="1043344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Сұрақтар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>
    <p:push dir="u"/>
    <p:sndAc>
      <p:stSnd>
        <p:snd r:embed="rId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  <p:bldLst>
      <p:bldP spid="56" grpId="0" animBg="1"/>
      <p:bldP spid="7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46" grpId="0" animBg="1"/>
      <p:bldP spid="58" grpId="0" animBg="1"/>
      <p:bldP spid="60" grpId="0" animBg="1"/>
      <p:bldP spid="62" grpId="0" animBg="1"/>
      <p:bldP spid="66" grpId="0" animBg="1"/>
      <p:bldP spid="6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Сұрақтар</a:t>
            </a:r>
            <a:endParaRPr lang="ru-RU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392702"/>
            <a:ext cx="7886700" cy="496589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Блок-схема: магнитный диск 3">
            <a:hlinkClick r:id="rId1" action="ppaction://hlinksldjump"/>
          </p:cNvPr>
          <p:cNvSpPr/>
          <p:nvPr/>
        </p:nvSpPr>
        <p:spPr>
          <a:xfrm>
            <a:off x="6920159" y="5449530"/>
            <a:ext cx="1707885" cy="1043344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Артқа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107</Words>
  <Application>WPS Presentation</Application>
  <PresentationFormat>Экран (4:3)</PresentationFormat>
  <Paragraphs>82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Тема Office</vt:lpstr>
      <vt:lpstr>PowerPoint 演示文稿</vt:lpstr>
      <vt:lpstr>Сұрақтар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Merkuschew</dc:creator>
  <cp:lastModifiedBy>Амантай</cp:lastModifiedBy>
  <cp:revision>11</cp:revision>
  <dcterms:created xsi:type="dcterms:W3CDTF">2022-01-11T10:14:00Z</dcterms:created>
  <dcterms:modified xsi:type="dcterms:W3CDTF">2026-04-23T17:51:39Z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AB3E80BFDF3D4E449106819EA412C4C4_13</vt:lpwstr>
  </property>
  <property fmtid="{D5CDD505-2E9C-101B-9397-08002B2CF9AE}" pid="3" name="KSOProductBuildVer">
    <vt:lpwstr>1049-12.1.0.25242</vt:lpwstr>
  </property>
</Properties>
</file>