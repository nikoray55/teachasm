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340" r:id="rId3"/>
    <p:sldId id="314" r:id="rId4"/>
    <p:sldId id="315" r:id="rId5"/>
    <p:sldId id="316" r:id="rId6"/>
    <p:sldId id="317" r:id="rId7"/>
    <p:sldId id="319" r:id="rId8"/>
    <p:sldId id="324" r:id="rId9"/>
    <p:sldId id="325" r:id="rId10"/>
    <p:sldId id="326" r:id="rId11"/>
    <p:sldId id="327" r:id="rId12"/>
    <p:sldId id="328" r:id="rId13"/>
    <p:sldId id="329" r:id="rId14"/>
    <p:sldId id="331" r:id="rId15"/>
    <p:sldId id="337" r:id="rId16"/>
    <p:sldId id="338" r:id="rId17"/>
    <p:sldId id="339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4997" userDrawn="1">
          <p15:clr>
            <a:srgbClr val="A4A3A4"/>
          </p15:clr>
        </p15:guide>
        <p15:guide id="4" orient="horz" pos="66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сения Морозова" initials="КМ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89001B"/>
    <a:srgbClr val="0D56FF"/>
    <a:srgbClr val="7030A0"/>
    <a:srgbClr val="0057FF"/>
    <a:srgbClr val="FF99CC"/>
    <a:srgbClr val="FF0015"/>
    <a:srgbClr val="FF66CC"/>
    <a:srgbClr val="DAE3F3"/>
    <a:srgbClr val="DFE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248"/>
    <p:restoredTop sz="96327"/>
  </p:normalViewPr>
  <p:slideViewPr>
    <p:cSldViewPr snapToGrid="0" snapToObjects="1" showGuides="1">
      <p:cViewPr varScale="1">
        <p:scale>
          <a:sx n="82" d="100"/>
          <a:sy n="82" d="100"/>
        </p:scale>
        <p:origin x="62" y="168"/>
      </p:cViewPr>
      <p:guideLst>
        <p:guide orient="horz" pos="232"/>
        <p:guide pos="4997"/>
        <p:guide orient="horz" pos="6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878BA0-8F39-4CF3-8944-3283E9D97108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91CB07-FF85-4A1C-AA58-3AFD092A3154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4516-06C1-4D0D-8CE8-EFD733B3FFA6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Artem Morozov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2310-8338-F147-9AFD-A36763F2F40B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8DBAE-1977-422B-B70F-EC98795621D4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Artem Morozov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2310-8338-F147-9AFD-A36763F2F40B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BF7A3-D425-41F4-A0E6-E94AAF7EA418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Artem Morozov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2310-8338-F147-9AFD-A36763F2F40B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BA71-4A84-4AFB-82BA-ECFD1C982C9A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Artem Morozov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2310-8338-F147-9AFD-A36763F2F40B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C348-25E1-48A5-BAB6-1E0AE50D3BB0}" type="datetime1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Artem Morozov</a:t>
            </a: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2310-8338-F147-9AFD-A36763F2F40B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C528F-4EA4-443B-8E5B-B2789C391F72}" type="datetime1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Artem Morozov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2310-8338-F147-9AFD-A36763F2F40B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17F1E-F392-49AC-B0B7-393829416959}" type="datetime1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Artem Morozov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2310-8338-F147-9AFD-A36763F2F40B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88F29-F4F1-41BF-85C5-3BD91D61F3FA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Artem Morozov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2310-8338-F147-9AFD-A36763F2F40B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584A-D134-41A6-A9CE-F227DF3C5A80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Artem Morozov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2310-8338-F147-9AFD-A36763F2F40B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787CD-99E2-4B88-A7FD-16518A8F37FC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Artem Morozov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2310-8338-F147-9AFD-A36763F2F40B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9C1F6-3AE6-4434-BDC1-1DF7CBA313A9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Artem Morozov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2310-8338-F147-9AFD-A36763F2F40B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56FF"/>
            </a:gs>
            <a:gs pos="80000">
              <a:schemeClr val="bg1"/>
            </a:gs>
            <a:gs pos="83000">
              <a:schemeClr val="bg1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D28DB-6CE1-4FCD-870D-893D4BB72952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Artem Morozov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22310-8338-F147-9AFD-A36763F2F40B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slide" Target="slide4.xml"/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GIF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slide" Target="slide6.xml"/><Relationship Id="rId4" Type="http://schemas.openxmlformats.org/officeDocument/2006/relationships/image" Target="../media/image5.GIF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GI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8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GIF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3.png"/><Relationship Id="rId4" Type="http://schemas.openxmlformats.org/officeDocument/2006/relationships/slide" Target="slide10.xml"/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GIF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2.xml"/><Relationship Id="rId4" Type="http://schemas.openxmlformats.org/officeDocument/2006/relationships/image" Target="../media/image15.png"/><Relationship Id="rId3" Type="http://schemas.openxmlformats.org/officeDocument/2006/relationships/image" Target="../media/image14.GIF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GIF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4.xml"/><Relationship Id="rId4" Type="http://schemas.openxmlformats.org/officeDocument/2006/relationships/slide" Target="slide13.xml"/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image" Target="../media/image16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GIF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GIF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GIF"/><Relationship Id="rId2" Type="http://schemas.openxmlformats.org/officeDocument/2006/relationships/image" Target="../media/image1.png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56FF"/>
            </a:gs>
            <a:gs pos="80000">
              <a:schemeClr val="bg1"/>
            </a:gs>
            <a:gs pos="83000">
              <a:srgbClr val="66FF33"/>
            </a:gs>
            <a:gs pos="100000">
              <a:srgbClr val="66FF33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Knight in golden armor clip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164" y="2227944"/>
            <a:ext cx="3182781" cy="3875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226767" y="830425"/>
            <a:ext cx="58202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Квест </a:t>
            </a:r>
            <a:endParaRPr lang="ru-RU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86204" y="1716833"/>
            <a:ext cx="559916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Ханшайымды </a:t>
            </a:r>
            <a:r>
              <a:rPr lang="en-US" sz="3200" dirty="0" smtClean="0">
                <a:solidFill>
                  <a:schemeClr val="bg1"/>
                </a:solidFill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құтқару</a:t>
            </a:r>
            <a:endParaRPr lang="en-US" sz="3200" dirty="0" smtClean="0">
              <a:solidFill>
                <a:schemeClr val="bg1"/>
              </a:solidFill>
              <a:latin typeface="Brush Script MT" panose="03060802040406070304" pitchFamily="66" charset="-122"/>
              <a:ea typeface="Brush Script MT" panose="03060802040406070304" pitchFamily="66" charset="-122"/>
              <a:cs typeface="Brush Script MT" panose="03060802040406070304" pitchFamily="66" charset="-122"/>
            </a:endParaRPr>
          </a:p>
          <a:p>
            <a:r>
              <a:rPr lang="en-US" sz="3200" i="1" dirty="0">
                <a:solidFill>
                  <a:sysClr val="windowText" lastClr="000000"/>
                </a:solidFill>
              </a:rPr>
              <a:t>Ілияс </a:t>
            </a:r>
            <a:r>
              <a:rPr lang="en-US" sz="3200" i="1" dirty="0" smtClean="0">
                <a:solidFill>
                  <a:sysClr val="windowText" lastClr="000000"/>
                </a:solidFill>
              </a:rPr>
              <a:t>ханшайымды құтқару үшін өрнектің </a:t>
            </a:r>
            <a:r>
              <a:rPr lang="en-US" sz="3200" i="1" dirty="0">
                <a:solidFill>
                  <a:sysClr val="windowText" lastClr="000000"/>
                </a:solidFill>
              </a:rPr>
              <a:t>мәнін амалдар бойынша есептеді. Оның қандай өрнектің мәнін тапқанын </a:t>
            </a:r>
            <a:r>
              <a:rPr lang="en-US" sz="3200" i="1" dirty="0" smtClean="0">
                <a:solidFill>
                  <a:sysClr val="windowText" lastClr="000000"/>
                </a:solidFill>
              </a:rPr>
              <a:t>анықтаңдар.</a:t>
            </a:r>
            <a:endParaRPr lang="en-US" sz="3200" i="1" dirty="0">
              <a:solidFill>
                <a:sysClr val="windowText" lastClr="000000"/>
              </a:solidFill>
            </a:endParaRPr>
          </a:p>
          <a:p>
            <a:endParaRPr lang="en-US" sz="3200" dirty="0" smtClean="0">
              <a:solidFill>
                <a:schemeClr val="bg1"/>
              </a:solidFill>
              <a:latin typeface="Brush Script MT" panose="03060802040406070304" pitchFamily="66" charset="-122"/>
              <a:ea typeface="Brush Script MT" panose="03060802040406070304" pitchFamily="66" charset="-122"/>
              <a:cs typeface="Brush Script MT" panose="03060802040406070304" pitchFamily="66" charset="-122"/>
            </a:endParaRPr>
          </a:p>
          <a:p>
            <a:endParaRPr lang="ru-RU" sz="3200" dirty="0">
              <a:solidFill>
                <a:schemeClr val="bg1"/>
              </a:solidFill>
              <a:ea typeface="Brush Script MT" panose="03060802040406070304" pitchFamily="66" charset="-122"/>
              <a:cs typeface="Brush Script MT" panose="03060802040406070304" pitchFamily="66" charset="-122"/>
            </a:endParaRPr>
          </a:p>
        </p:txBody>
      </p:sp>
      <p:sp>
        <p:nvSpPr>
          <p:cNvPr id="6" name="walk button">
            <a:hlinkClick r:id="rId2" action="ppaction://hlinksldjump"/>
          </p:cNvPr>
          <p:cNvSpPr/>
          <p:nvPr/>
        </p:nvSpPr>
        <p:spPr>
          <a:xfrm>
            <a:off x="4531549" y="5219342"/>
            <a:ext cx="2871592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Бастау </a:t>
            </a:r>
            <a:endParaRPr lang="ru-RU" sz="2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олилиния: фигура 24"/>
          <p:cNvSpPr/>
          <p:nvPr/>
        </p:nvSpPr>
        <p:spPr>
          <a:xfrm>
            <a:off x="1741829" y="4046587"/>
            <a:ext cx="8926150" cy="2163098"/>
          </a:xfrm>
          <a:custGeom>
            <a:avLst/>
            <a:gdLst>
              <a:gd name="connsiteX0" fmla="*/ 4080933 w 8161866"/>
              <a:gd name="connsiteY0" fmla="*/ 0 h 2400300"/>
              <a:gd name="connsiteX1" fmla="*/ 8161866 w 8161866"/>
              <a:gd name="connsiteY1" fmla="*/ 2400300 h 2400300"/>
              <a:gd name="connsiteX2" fmla="*/ 7549458 w 8161866"/>
              <a:gd name="connsiteY2" fmla="*/ 2400300 h 2400300"/>
              <a:gd name="connsiteX3" fmla="*/ 7497048 w 8161866"/>
              <a:gd name="connsiteY3" fmla="*/ 2198319 h 2400300"/>
              <a:gd name="connsiteX4" fmla="*/ 4080933 w 8161866"/>
              <a:gd name="connsiteY4" fmla="*/ 560716 h 2400300"/>
              <a:gd name="connsiteX5" fmla="*/ 664818 w 8161866"/>
              <a:gd name="connsiteY5" fmla="*/ 2198319 h 2400300"/>
              <a:gd name="connsiteX6" fmla="*/ 612408 w 8161866"/>
              <a:gd name="connsiteY6" fmla="*/ 2400300 h 2400300"/>
              <a:gd name="connsiteX7" fmla="*/ 0 w 8161866"/>
              <a:gd name="connsiteY7" fmla="*/ 2400300 h 2400300"/>
              <a:gd name="connsiteX8" fmla="*/ 4080933 w 8161866"/>
              <a:gd name="connsiteY8" fmla="*/ 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61866" h="2400300">
                <a:moveTo>
                  <a:pt x="4080933" y="0"/>
                </a:moveTo>
                <a:cubicBezTo>
                  <a:pt x="6334770" y="0"/>
                  <a:pt x="8161866" y="1074651"/>
                  <a:pt x="8161866" y="2400300"/>
                </a:cubicBezTo>
                <a:lnTo>
                  <a:pt x="7549458" y="2400300"/>
                </a:lnTo>
                <a:lnTo>
                  <a:pt x="7497048" y="2198319"/>
                </a:lnTo>
                <a:cubicBezTo>
                  <a:pt x="7171902" y="1263741"/>
                  <a:pt x="5766002" y="560716"/>
                  <a:pt x="4080933" y="560716"/>
                </a:cubicBezTo>
                <a:cubicBezTo>
                  <a:pt x="2395864" y="560716"/>
                  <a:pt x="989964" y="1263741"/>
                  <a:pt x="664818" y="2198319"/>
                </a:cubicBezTo>
                <a:lnTo>
                  <a:pt x="612408" y="2400300"/>
                </a:lnTo>
                <a:lnTo>
                  <a:pt x="0" y="2400300"/>
                </a:lnTo>
                <a:cubicBezTo>
                  <a:pt x="0" y="1074651"/>
                  <a:pt x="1827096" y="0"/>
                  <a:pt x="4080933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2" name="Полилиния: фигура 11"/>
          <p:cNvSpPr/>
          <p:nvPr/>
        </p:nvSpPr>
        <p:spPr>
          <a:xfrm flipH="1">
            <a:off x="9100546" y="4694902"/>
            <a:ext cx="3091454" cy="2163098"/>
          </a:xfrm>
          <a:custGeom>
            <a:avLst/>
            <a:gdLst>
              <a:gd name="connsiteX0" fmla="*/ 44245 w 3309261"/>
              <a:gd name="connsiteY0" fmla="*/ 0 h 2315498"/>
              <a:gd name="connsiteX1" fmla="*/ 3301483 w 3309261"/>
              <a:gd name="connsiteY1" fmla="*/ 2237637 h 2315498"/>
              <a:gd name="connsiteX2" fmla="*/ 3309261 w 3309261"/>
              <a:gd name="connsiteY2" fmla="*/ 2315498 h 2315498"/>
              <a:gd name="connsiteX3" fmla="*/ 0 w 3309261"/>
              <a:gd name="connsiteY3" fmla="*/ 2315498 h 2315498"/>
              <a:gd name="connsiteX4" fmla="*/ 0 w 3309261"/>
              <a:gd name="connsiteY4" fmla="*/ 1701 h 2315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9261" h="2315498">
                <a:moveTo>
                  <a:pt x="44245" y="0"/>
                </a:moveTo>
                <a:cubicBezTo>
                  <a:pt x="1739488" y="0"/>
                  <a:pt x="3133814" y="980789"/>
                  <a:pt x="3301483" y="2237637"/>
                </a:cubicBezTo>
                <a:lnTo>
                  <a:pt x="3309261" y="2315498"/>
                </a:lnTo>
                <a:lnTo>
                  <a:pt x="0" y="2315498"/>
                </a:lnTo>
                <a:lnTo>
                  <a:pt x="0" y="1701"/>
                </a:lnTo>
                <a:close/>
              </a:path>
            </a:pathLst>
          </a:custGeom>
          <a:solidFill>
            <a:srgbClr val="66F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1" name="Полилиния: фигура 10"/>
          <p:cNvSpPr/>
          <p:nvPr/>
        </p:nvSpPr>
        <p:spPr>
          <a:xfrm>
            <a:off x="1" y="4542502"/>
            <a:ext cx="3309261" cy="2315498"/>
          </a:xfrm>
          <a:custGeom>
            <a:avLst/>
            <a:gdLst>
              <a:gd name="connsiteX0" fmla="*/ 44245 w 3309261"/>
              <a:gd name="connsiteY0" fmla="*/ 0 h 2315498"/>
              <a:gd name="connsiteX1" fmla="*/ 3301483 w 3309261"/>
              <a:gd name="connsiteY1" fmla="*/ 2237637 h 2315498"/>
              <a:gd name="connsiteX2" fmla="*/ 3309261 w 3309261"/>
              <a:gd name="connsiteY2" fmla="*/ 2315498 h 2315498"/>
              <a:gd name="connsiteX3" fmla="*/ 0 w 3309261"/>
              <a:gd name="connsiteY3" fmla="*/ 2315498 h 2315498"/>
              <a:gd name="connsiteX4" fmla="*/ 0 w 3309261"/>
              <a:gd name="connsiteY4" fmla="*/ 1701 h 2315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9261" h="2315498">
                <a:moveTo>
                  <a:pt x="44245" y="0"/>
                </a:moveTo>
                <a:cubicBezTo>
                  <a:pt x="1739488" y="0"/>
                  <a:pt x="3133814" y="980789"/>
                  <a:pt x="3301483" y="2237637"/>
                </a:cubicBezTo>
                <a:lnTo>
                  <a:pt x="3309261" y="2315498"/>
                </a:lnTo>
                <a:lnTo>
                  <a:pt x="0" y="2315498"/>
                </a:lnTo>
                <a:lnTo>
                  <a:pt x="0" y="1701"/>
                </a:lnTo>
                <a:close/>
              </a:path>
            </a:pathLst>
          </a:custGeom>
          <a:solidFill>
            <a:srgbClr val="66F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1026" name="Picture 2" descr="Knight in golden armor clip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23128" y="3225164"/>
            <a:ext cx="1518701" cy="184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Полилиния: фигура 18"/>
          <p:cNvSpPr/>
          <p:nvPr/>
        </p:nvSpPr>
        <p:spPr>
          <a:xfrm>
            <a:off x="2531538" y="5675586"/>
            <a:ext cx="7346731" cy="1182414"/>
          </a:xfrm>
          <a:custGeom>
            <a:avLst/>
            <a:gdLst>
              <a:gd name="connsiteX0" fmla="*/ 9041532 w 9335729"/>
              <a:gd name="connsiteY0" fmla="*/ 0 h 2090956"/>
              <a:gd name="connsiteX1" fmla="*/ 9130023 w 9335729"/>
              <a:gd name="connsiteY1" fmla="*/ 339213 h 2090956"/>
              <a:gd name="connsiteX2" fmla="*/ 9205998 w 9335729"/>
              <a:gd name="connsiteY2" fmla="*/ 406431 h 2090956"/>
              <a:gd name="connsiteX3" fmla="*/ 9335729 w 9335729"/>
              <a:gd name="connsiteY3" fmla="*/ 466289 h 2090956"/>
              <a:gd name="connsiteX4" fmla="*/ 9335729 w 9335729"/>
              <a:gd name="connsiteY4" fmla="*/ 646331 h 2090956"/>
              <a:gd name="connsiteX5" fmla="*/ 9335729 w 9335729"/>
              <a:gd name="connsiteY5" fmla="*/ 930643 h 2090956"/>
              <a:gd name="connsiteX6" fmla="*/ 9335729 w 9335729"/>
              <a:gd name="connsiteY6" fmla="*/ 2090956 h 2090956"/>
              <a:gd name="connsiteX7" fmla="*/ 0 w 9335729"/>
              <a:gd name="connsiteY7" fmla="*/ 2090956 h 2090956"/>
              <a:gd name="connsiteX8" fmla="*/ 0 w 9335729"/>
              <a:gd name="connsiteY8" fmla="*/ 948959 h 2090956"/>
              <a:gd name="connsiteX9" fmla="*/ 0 w 9335729"/>
              <a:gd name="connsiteY9" fmla="*/ 646331 h 2090956"/>
              <a:gd name="connsiteX10" fmla="*/ 0 w 9335729"/>
              <a:gd name="connsiteY10" fmla="*/ 394613 h 2090956"/>
              <a:gd name="connsiteX11" fmla="*/ 176369 w 9335729"/>
              <a:gd name="connsiteY11" fmla="*/ 320202 h 2090956"/>
              <a:gd name="connsiteX12" fmla="*/ 708694 w 9335729"/>
              <a:gd name="connsiteY12" fmla="*/ 162232 h 2090956"/>
              <a:gd name="connsiteX13" fmla="*/ 634952 w 9335729"/>
              <a:gd name="connsiteY13" fmla="*/ 442451 h 2090956"/>
              <a:gd name="connsiteX14" fmla="*/ 1210139 w 9335729"/>
              <a:gd name="connsiteY14" fmla="*/ 206477 h 2090956"/>
              <a:gd name="connsiteX15" fmla="*/ 1342874 w 9335729"/>
              <a:gd name="connsiteY15" fmla="*/ 457200 h 2090956"/>
              <a:gd name="connsiteX16" fmla="*/ 1859068 w 9335729"/>
              <a:gd name="connsiteY16" fmla="*/ 176980 h 2090956"/>
              <a:gd name="connsiteX17" fmla="*/ 1962307 w 9335729"/>
              <a:gd name="connsiteY17" fmla="*/ 398206 h 2090956"/>
              <a:gd name="connsiteX18" fmla="*/ 2537494 w 9335729"/>
              <a:gd name="connsiteY18" fmla="*/ 191729 h 2090956"/>
              <a:gd name="connsiteX19" fmla="*/ 2684978 w 9335729"/>
              <a:gd name="connsiteY19" fmla="*/ 486696 h 2090956"/>
              <a:gd name="connsiteX20" fmla="*/ 3186423 w 9335729"/>
              <a:gd name="connsiteY20" fmla="*/ 221226 h 2090956"/>
              <a:gd name="connsiteX21" fmla="*/ 3289662 w 9335729"/>
              <a:gd name="connsiteY21" fmla="*/ 368709 h 2090956"/>
              <a:gd name="connsiteX22" fmla="*/ 3791107 w 9335729"/>
              <a:gd name="connsiteY22" fmla="*/ 221226 h 2090956"/>
              <a:gd name="connsiteX23" fmla="*/ 3968087 w 9335729"/>
              <a:gd name="connsiteY23" fmla="*/ 383458 h 2090956"/>
              <a:gd name="connsiteX24" fmla="*/ 4322049 w 9335729"/>
              <a:gd name="connsiteY24" fmla="*/ 103238 h 2090956"/>
              <a:gd name="connsiteX25" fmla="*/ 4602268 w 9335729"/>
              <a:gd name="connsiteY25" fmla="*/ 412955 h 2090956"/>
              <a:gd name="connsiteX26" fmla="*/ 5206952 w 9335729"/>
              <a:gd name="connsiteY26" fmla="*/ 73742 h 2090956"/>
              <a:gd name="connsiteX27" fmla="*/ 5324939 w 9335729"/>
              <a:gd name="connsiteY27" fmla="*/ 398206 h 2090956"/>
              <a:gd name="connsiteX28" fmla="*/ 5929623 w 9335729"/>
              <a:gd name="connsiteY28" fmla="*/ 29496 h 2090956"/>
              <a:gd name="connsiteX29" fmla="*/ 5929623 w 9335729"/>
              <a:gd name="connsiteY29" fmla="*/ 412955 h 2090956"/>
              <a:gd name="connsiteX30" fmla="*/ 6490062 w 9335729"/>
              <a:gd name="connsiteY30" fmla="*/ 58993 h 2090956"/>
              <a:gd name="connsiteX31" fmla="*/ 6608049 w 9335729"/>
              <a:gd name="connsiteY31" fmla="*/ 398206 h 2090956"/>
              <a:gd name="connsiteX32" fmla="*/ 7079997 w 9335729"/>
              <a:gd name="connsiteY32" fmla="*/ 44245 h 2090956"/>
              <a:gd name="connsiteX33" fmla="*/ 7168487 w 9335729"/>
              <a:gd name="connsiteY33" fmla="*/ 353961 h 2090956"/>
              <a:gd name="connsiteX34" fmla="*/ 7640436 w 9335729"/>
              <a:gd name="connsiteY34" fmla="*/ 58993 h 2090956"/>
              <a:gd name="connsiteX35" fmla="*/ 7714178 w 9335729"/>
              <a:gd name="connsiteY35" fmla="*/ 324464 h 2090956"/>
              <a:gd name="connsiteX36" fmla="*/ 8274616 w 9335729"/>
              <a:gd name="connsiteY36" fmla="*/ 58993 h 2090956"/>
              <a:gd name="connsiteX37" fmla="*/ 8436849 w 9335729"/>
              <a:gd name="connsiteY37" fmla="*/ 339213 h 2090956"/>
              <a:gd name="connsiteX38" fmla="*/ 9041532 w 9335729"/>
              <a:gd name="connsiteY38" fmla="*/ 0 h 2090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335729" h="2090956">
                <a:moveTo>
                  <a:pt x="9041532" y="0"/>
                </a:moveTo>
                <a:cubicBezTo>
                  <a:pt x="9157061" y="0"/>
                  <a:pt x="9110358" y="181897"/>
                  <a:pt x="9130023" y="339213"/>
                </a:cubicBezTo>
                <a:cubicBezTo>
                  <a:pt x="9132481" y="358878"/>
                  <a:pt x="9161095" y="381576"/>
                  <a:pt x="9205998" y="406431"/>
                </a:cubicBezTo>
                <a:lnTo>
                  <a:pt x="9335729" y="466289"/>
                </a:lnTo>
                <a:lnTo>
                  <a:pt x="9335729" y="646331"/>
                </a:lnTo>
                <a:lnTo>
                  <a:pt x="9335729" y="930643"/>
                </a:lnTo>
                <a:lnTo>
                  <a:pt x="9335729" y="2090956"/>
                </a:lnTo>
                <a:lnTo>
                  <a:pt x="0" y="2090956"/>
                </a:lnTo>
                <a:lnTo>
                  <a:pt x="0" y="948959"/>
                </a:lnTo>
                <a:lnTo>
                  <a:pt x="0" y="646331"/>
                </a:lnTo>
                <a:lnTo>
                  <a:pt x="0" y="394613"/>
                </a:lnTo>
                <a:lnTo>
                  <a:pt x="176369" y="320202"/>
                </a:lnTo>
                <a:cubicBezTo>
                  <a:pt x="400821" y="230905"/>
                  <a:pt x="623891" y="158545"/>
                  <a:pt x="708694" y="162232"/>
                </a:cubicBezTo>
                <a:cubicBezTo>
                  <a:pt x="821765" y="167148"/>
                  <a:pt x="551378" y="435077"/>
                  <a:pt x="634952" y="442451"/>
                </a:cubicBezTo>
                <a:cubicBezTo>
                  <a:pt x="718526" y="449825"/>
                  <a:pt x="1092152" y="204019"/>
                  <a:pt x="1210139" y="206477"/>
                </a:cubicBezTo>
                <a:cubicBezTo>
                  <a:pt x="1328126" y="208935"/>
                  <a:pt x="1234719" y="462116"/>
                  <a:pt x="1342874" y="457200"/>
                </a:cubicBezTo>
                <a:cubicBezTo>
                  <a:pt x="1451029" y="452284"/>
                  <a:pt x="1755829" y="186812"/>
                  <a:pt x="1859068" y="176980"/>
                </a:cubicBezTo>
                <a:cubicBezTo>
                  <a:pt x="1962307" y="167148"/>
                  <a:pt x="1849236" y="395748"/>
                  <a:pt x="1962307" y="398206"/>
                </a:cubicBezTo>
                <a:cubicBezTo>
                  <a:pt x="2075378" y="400664"/>
                  <a:pt x="2417049" y="176981"/>
                  <a:pt x="2537494" y="191729"/>
                </a:cubicBezTo>
                <a:cubicBezTo>
                  <a:pt x="2657939" y="206477"/>
                  <a:pt x="2576823" y="481780"/>
                  <a:pt x="2684978" y="486696"/>
                </a:cubicBezTo>
                <a:cubicBezTo>
                  <a:pt x="2793133" y="491612"/>
                  <a:pt x="3085642" y="240890"/>
                  <a:pt x="3186423" y="221226"/>
                </a:cubicBezTo>
                <a:cubicBezTo>
                  <a:pt x="3287204" y="201562"/>
                  <a:pt x="3188881" y="368709"/>
                  <a:pt x="3289662" y="368709"/>
                </a:cubicBezTo>
                <a:cubicBezTo>
                  <a:pt x="3390443" y="368709"/>
                  <a:pt x="3678036" y="218768"/>
                  <a:pt x="3791107" y="221226"/>
                </a:cubicBezTo>
                <a:cubicBezTo>
                  <a:pt x="3904179" y="223684"/>
                  <a:pt x="3879597" y="403123"/>
                  <a:pt x="3968087" y="383458"/>
                </a:cubicBezTo>
                <a:cubicBezTo>
                  <a:pt x="4056577" y="363793"/>
                  <a:pt x="4216352" y="98322"/>
                  <a:pt x="4322049" y="103238"/>
                </a:cubicBezTo>
                <a:cubicBezTo>
                  <a:pt x="4427746" y="108154"/>
                  <a:pt x="4454784" y="417871"/>
                  <a:pt x="4602268" y="412955"/>
                </a:cubicBezTo>
                <a:cubicBezTo>
                  <a:pt x="4749752" y="408039"/>
                  <a:pt x="5086507" y="76200"/>
                  <a:pt x="5206952" y="73742"/>
                </a:cubicBezTo>
                <a:cubicBezTo>
                  <a:pt x="5327397" y="71284"/>
                  <a:pt x="5204494" y="405580"/>
                  <a:pt x="5324939" y="398206"/>
                </a:cubicBezTo>
                <a:cubicBezTo>
                  <a:pt x="5445384" y="390832"/>
                  <a:pt x="5828842" y="27038"/>
                  <a:pt x="5929623" y="29496"/>
                </a:cubicBezTo>
                <a:cubicBezTo>
                  <a:pt x="6030404" y="31954"/>
                  <a:pt x="5836217" y="408039"/>
                  <a:pt x="5929623" y="412955"/>
                </a:cubicBezTo>
                <a:cubicBezTo>
                  <a:pt x="6023029" y="417871"/>
                  <a:pt x="6376991" y="61451"/>
                  <a:pt x="6490062" y="58993"/>
                </a:cubicBezTo>
                <a:cubicBezTo>
                  <a:pt x="6603133" y="56535"/>
                  <a:pt x="6509727" y="400664"/>
                  <a:pt x="6608049" y="398206"/>
                </a:cubicBezTo>
                <a:cubicBezTo>
                  <a:pt x="6706371" y="395748"/>
                  <a:pt x="6986591" y="51619"/>
                  <a:pt x="7079997" y="44245"/>
                </a:cubicBezTo>
                <a:cubicBezTo>
                  <a:pt x="7173403" y="36871"/>
                  <a:pt x="7075081" y="351503"/>
                  <a:pt x="7168487" y="353961"/>
                </a:cubicBezTo>
                <a:cubicBezTo>
                  <a:pt x="7261893" y="356419"/>
                  <a:pt x="7549488" y="63909"/>
                  <a:pt x="7640436" y="58993"/>
                </a:cubicBezTo>
                <a:cubicBezTo>
                  <a:pt x="7731384" y="54077"/>
                  <a:pt x="7608481" y="324464"/>
                  <a:pt x="7714178" y="324464"/>
                </a:cubicBezTo>
                <a:cubicBezTo>
                  <a:pt x="7819875" y="324464"/>
                  <a:pt x="8154171" y="56535"/>
                  <a:pt x="8274616" y="58993"/>
                </a:cubicBezTo>
                <a:cubicBezTo>
                  <a:pt x="8395061" y="61451"/>
                  <a:pt x="8309030" y="349045"/>
                  <a:pt x="8436849" y="339213"/>
                </a:cubicBezTo>
                <a:cubicBezTo>
                  <a:pt x="8564668" y="329381"/>
                  <a:pt x="8926003" y="0"/>
                  <a:pt x="9041532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1" name="walk button"/>
          <p:cNvSpPr/>
          <p:nvPr/>
        </p:nvSpPr>
        <p:spPr>
          <a:xfrm>
            <a:off x="337189" y="1320079"/>
            <a:ext cx="2332923" cy="646331"/>
          </a:xfrm>
          <a:prstGeom prst="roundRect">
            <a:avLst/>
          </a:prstGeom>
          <a:solidFill>
            <a:srgbClr val="0D56FF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Көпірмен өту</a:t>
            </a:r>
            <a:endParaRPr lang="ru-RU" dirty="0"/>
          </a:p>
        </p:txBody>
      </p:sp>
      <p:sp>
        <p:nvSpPr>
          <p:cNvPr id="30" name="swim bitton"/>
          <p:cNvSpPr/>
          <p:nvPr/>
        </p:nvSpPr>
        <p:spPr>
          <a:xfrm>
            <a:off x="337189" y="2133359"/>
            <a:ext cx="2332923" cy="646331"/>
          </a:xfrm>
          <a:prstGeom prst="roundRect">
            <a:avLst/>
          </a:prstGeom>
          <a:solidFill>
            <a:srgbClr val="0D56FF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Жүзіп өту</a:t>
            </a:r>
            <a:endParaRPr lang="ru-RU" dirty="0"/>
          </a:p>
        </p:txBody>
      </p:sp>
      <p:sp>
        <p:nvSpPr>
          <p:cNvPr id="37" name="Полилиния: фигура 36"/>
          <p:cNvSpPr/>
          <p:nvPr/>
        </p:nvSpPr>
        <p:spPr>
          <a:xfrm flipH="1">
            <a:off x="9100545" y="5186856"/>
            <a:ext cx="3091454" cy="1677417"/>
          </a:xfrm>
          <a:custGeom>
            <a:avLst/>
            <a:gdLst>
              <a:gd name="connsiteX0" fmla="*/ 1909300 w 3091454"/>
              <a:gd name="connsiteY0" fmla="*/ 0 h 1677417"/>
              <a:gd name="connsiteX1" fmla="*/ 0 w 3091454"/>
              <a:gd name="connsiteY1" fmla="*/ 0 h 1677417"/>
              <a:gd name="connsiteX2" fmla="*/ 0 w 3091454"/>
              <a:gd name="connsiteY2" fmla="*/ 1677417 h 1677417"/>
              <a:gd name="connsiteX3" fmla="*/ 3091454 w 3091454"/>
              <a:gd name="connsiteY3" fmla="*/ 1677417 h 1677417"/>
              <a:gd name="connsiteX4" fmla="*/ 3084188 w 3091454"/>
              <a:gd name="connsiteY4" fmla="*/ 1604681 h 1677417"/>
              <a:gd name="connsiteX5" fmla="*/ 2097898 w 3091454"/>
              <a:gd name="connsiteY5" fmla="*/ 119203 h 1677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91454" h="1677417">
                <a:moveTo>
                  <a:pt x="1909300" y="0"/>
                </a:moveTo>
                <a:lnTo>
                  <a:pt x="0" y="0"/>
                </a:lnTo>
                <a:lnTo>
                  <a:pt x="0" y="1677417"/>
                </a:lnTo>
                <a:lnTo>
                  <a:pt x="3091454" y="1677417"/>
                </a:lnTo>
                <a:lnTo>
                  <a:pt x="3084188" y="1604681"/>
                </a:lnTo>
                <a:cubicBezTo>
                  <a:pt x="3005871" y="1017618"/>
                  <a:pt x="2641074" y="495028"/>
                  <a:pt x="2097898" y="119203"/>
                </a:cubicBezTo>
                <a:close/>
              </a:path>
            </a:pathLst>
          </a:custGeom>
          <a:solidFill>
            <a:srgbClr val="66F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38" name="Полилиния: фигура 37"/>
          <p:cNvSpPr/>
          <p:nvPr/>
        </p:nvSpPr>
        <p:spPr>
          <a:xfrm>
            <a:off x="35756" y="5186856"/>
            <a:ext cx="3389308" cy="1666190"/>
          </a:xfrm>
          <a:custGeom>
            <a:avLst/>
            <a:gdLst>
              <a:gd name="connsiteX0" fmla="*/ 1909300 w 3091454"/>
              <a:gd name="connsiteY0" fmla="*/ 0 h 1677417"/>
              <a:gd name="connsiteX1" fmla="*/ 0 w 3091454"/>
              <a:gd name="connsiteY1" fmla="*/ 0 h 1677417"/>
              <a:gd name="connsiteX2" fmla="*/ 0 w 3091454"/>
              <a:gd name="connsiteY2" fmla="*/ 1677417 h 1677417"/>
              <a:gd name="connsiteX3" fmla="*/ 3091454 w 3091454"/>
              <a:gd name="connsiteY3" fmla="*/ 1677417 h 1677417"/>
              <a:gd name="connsiteX4" fmla="*/ 3084188 w 3091454"/>
              <a:gd name="connsiteY4" fmla="*/ 1604681 h 1677417"/>
              <a:gd name="connsiteX5" fmla="*/ 2097898 w 3091454"/>
              <a:gd name="connsiteY5" fmla="*/ 119203 h 1677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91454" h="1677417">
                <a:moveTo>
                  <a:pt x="1909300" y="0"/>
                </a:moveTo>
                <a:lnTo>
                  <a:pt x="0" y="0"/>
                </a:lnTo>
                <a:lnTo>
                  <a:pt x="0" y="1677417"/>
                </a:lnTo>
                <a:lnTo>
                  <a:pt x="3091454" y="1677417"/>
                </a:lnTo>
                <a:lnTo>
                  <a:pt x="3084188" y="1604681"/>
                </a:lnTo>
                <a:cubicBezTo>
                  <a:pt x="3005871" y="1017618"/>
                  <a:pt x="2641074" y="495028"/>
                  <a:pt x="2097898" y="119203"/>
                </a:cubicBezTo>
                <a:close/>
              </a:path>
            </a:pathLst>
          </a:custGeom>
          <a:solidFill>
            <a:srgbClr val="66F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1028" name="Picture 4" descr="Random Dragon GIF by RiboZurai on deviantART | Рисунки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299" y="1436274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Облачко с текстом: прямоугольное со скругленными углами 35"/>
          <p:cNvSpPr/>
          <p:nvPr/>
        </p:nvSpPr>
        <p:spPr>
          <a:xfrm>
            <a:off x="9308775" y="443152"/>
            <a:ext cx="2332923" cy="983854"/>
          </a:xfrm>
          <a:prstGeom prst="wedgeRoundRectCallout">
            <a:avLst>
              <a:gd name="adj1" fmla="val -48722"/>
              <a:gd name="adj2" fmla="val 87523"/>
              <a:gd name="adj3" fmla="val 16667"/>
            </a:avLst>
          </a:prstGeom>
          <a:solidFill>
            <a:schemeClr val="bg1"/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Бұл менің көпірім, көпірден өту үшін сұрағыма жауап бер!</a:t>
            </a:r>
            <a:endParaRPr lang="ru-RU" sz="1600" dirty="0">
              <a:solidFill>
                <a:sysClr val="windowText" lastClr="000000"/>
              </a:solidFill>
            </a:endParaRPr>
          </a:p>
        </p:txBody>
      </p:sp>
      <p:sp>
        <p:nvSpPr>
          <p:cNvPr id="41" name="walk button">
            <a:hlinkClick r:id="" action="ppaction://hlinkshowjump?jump=nextslide"/>
          </p:cNvPr>
          <p:cNvSpPr/>
          <p:nvPr/>
        </p:nvSpPr>
        <p:spPr>
          <a:xfrm>
            <a:off x="10202777" y="5891640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Сұрақ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pic>
        <p:nvPicPr>
          <p:cNvPr id="1030" name="Picture 6" descr="Golden dollar coin clipa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6349" y="2456262"/>
            <a:ext cx="606428" cy="65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Группа 25"/>
          <p:cNvGrpSpPr/>
          <p:nvPr/>
        </p:nvGrpSpPr>
        <p:grpSpPr>
          <a:xfrm>
            <a:off x="0" y="380143"/>
            <a:ext cx="8277727" cy="646332"/>
            <a:chOff x="0" y="380143"/>
            <a:chExt cx="8181476" cy="646332"/>
          </a:xfrm>
        </p:grpSpPr>
        <p:sp>
          <p:nvSpPr>
            <p:cNvPr id="27" name="Параллелограмм 26"/>
            <p:cNvSpPr/>
            <p:nvPr/>
          </p:nvSpPr>
          <p:spPr>
            <a:xfrm>
              <a:off x="0" y="380144"/>
              <a:ext cx="7924799" cy="646331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14400" y="380144"/>
              <a:ext cx="72670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Көпірден өту керек</a:t>
              </a:r>
              <a:endParaRPr lang="ru-RU" sz="3600" b="1" dirty="0"/>
            </a:p>
          </p:txBody>
        </p:sp>
        <p:sp>
          <p:nvSpPr>
            <p:cNvPr id="29" name="Прямоугольник 28"/>
            <p:cNvSpPr/>
            <p:nvPr/>
          </p:nvSpPr>
          <p:spPr>
            <a:xfrm>
              <a:off x="0" y="380143"/>
              <a:ext cx="208560" cy="646331"/>
            </a:xfrm>
            <a:prstGeom prst="rect">
              <a:avLst/>
            </a:prstGeom>
            <a:solidFill>
              <a:srgbClr val="EB3B0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2" name="walk button">
            <a:hlinkClick r:id="rId4" action="ppaction://hlinksldjump"/>
          </p:cNvPr>
          <p:cNvSpPr/>
          <p:nvPr/>
        </p:nvSpPr>
        <p:spPr>
          <a:xfrm>
            <a:off x="10202777" y="5885034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Келесі</a:t>
            </a:r>
            <a:endParaRPr lang="ru-RU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3.7037E-6 L 1.04167E-6 0.00023 C 0.00312 -0.00579 0.00586 -0.01158 0.00937 -0.01667 C 0.01172 -0.02037 0.01471 -0.02292 0.01745 -0.02593 C 0.01745 -0.0257 0.02552 -0.03565 0.02552 -0.03542 C 0.02734 -0.03704 0.02917 -0.03843 0.03099 -0.04028 C 0.03229 -0.0419 0.03359 -0.04375 0.03503 -0.04514 C 0.03763 -0.04723 0.04036 -0.04815 0.0431 -0.04977 C 0.04896 -0.05324 0.04583 -0.05139 0.0526 -0.0544 C 0.06198 -0.05371 0.07148 -0.05394 0.08086 -0.05209 C 0.08372 -0.05139 0.08906 -0.04723 0.08906 -0.04699 C 0.09036 -0.04584 0.09193 -0.04445 0.0931 -0.04283 C 0.09544 -0.03889 0.09726 -0.03403 0.09974 -0.03079 L 0.10391 -0.02593 C 0.11107 -0.00718 0.10169 -0.0301 0.11068 -0.01412 C 0.11172 -0.01227 0.11237 -0.00949 0.11341 -0.00718 C 0.11458 -0.00463 0.11628 -0.00278 0.11745 3.7037E-6 C 0.12305 0.01157 0.1168 0.00301 0.12409 0.01157 C 0.12513 0.01412 0.12578 0.01643 0.12682 0.01898 C 0.13008 0.02569 0.13099 0.02615 0.13503 0.03032 C 0.14167 0.04814 0.13307 0.02639 0.14167 0.04467 C 0.14466 0.05092 0.14466 0.05393 0.14713 0.06111 C 0.14792 0.06365 0.1487 0.06643 0.14987 0.06828 C 0.15091 0.07037 0.1526 0.07129 0.15391 0.07314 C 0.15482 0.07546 0.1556 0.07801 0.15664 0.08032 C 0.15872 0.08426 0.16159 0.0875 0.16328 0.09189 C 0.16966 0.10856 0.16601 0.10324 0.17292 0.11088 C 0.1763 0.12893 0.17161 0.10671 0.17695 0.125 C 0.17956 0.13449 0.17656 0.13032 0.18086 0.13935 C 0.18346 0.14421 0.18685 0.14768 0.18906 0.15347 C 0.19518 0.16944 0.19141 0.16574 0.19844 0.1699 C 0.19935 0.17453 0.20065 0.17916 0.20117 0.18402 C 0.20169 0.18796 0.20195 0.19189 0.20247 0.19583 C 0.20338 0.20092 0.2043 0.20532 0.20521 0.20995 C 0.20651 0.21689 0.20651 0.21851 0.20937 0.2243 C 0.21133 0.22824 0.21641 0.23796 0.22005 0.24074 C 0.22279 0.24282 0.22825 0.2456 0.22825 0.24583 C 0.23086 0.24421 0.23594 0.24305 0.23763 0.23842 C 0.23919 0.23402 0.2388 0.22824 0.24036 0.2243 L 0.24844 0.20277 C 0.24948 0.20046 0.24987 0.19745 0.25117 0.19583 C 0.26042 0.18495 0.25625 0.18819 0.26328 0.18402 C 0.28086 0.18657 0.27669 0.17893 0.28359 0.19583 C 0.2845 0.19838 0.28542 0.20046 0.28633 0.20277 C 0.29062 0.22569 0.28372 0.19027 0.29036 0.21967 C 0.29154 0.2243 0.29219 0.2287 0.2931 0.23356 C 0.29349 0.23588 0.29336 0.23912 0.29453 0.24074 C 0.29961 0.25 0.29753 0.24514 0.30117 0.25509 C 0.30521 0.25393 0.3095 0.25463 0.31341 0.25277 C 0.3151 0.25139 0.31614 0.24814 0.31732 0.2456 C 0.32057 0.23889 0.32305 0.23171 0.32552 0.2243 C 0.32643 0.22106 0.32721 0.21782 0.32825 0.21481 C 0.32864 0.21064 0.32864 0.20671 0.32956 0.20277 C 0.3306 0.1993 0.33216 0.19652 0.33372 0.19351 C 0.33828 0.18402 0.33737 0.18796 0.3431 0.17939 C 0.34453 0.17708 0.34544 0.17384 0.34713 0.17222 C 0.34883 0.1706 0.35065 0.1706 0.3526 0.1699 C 0.35534 0.1706 0.35833 0.1699 0.36055 0.17222 C 0.36185 0.17338 0.36146 0.17685 0.36198 0.17939 C 0.36406 0.18773 0.36471 0.18865 0.36745 0.19583 C 0.36836 0.20139 0.36901 0.20694 0.37018 0.2125 C 0.37083 0.21666 0.372 0.22037 0.37279 0.2243 C 0.37344 0.22731 0.37318 0.23101 0.37422 0.23356 C 0.375 0.23588 0.37682 0.23657 0.37812 0.23842 C 0.37864 0.24074 0.37851 0.24351 0.37956 0.2456 C 0.38411 0.2537 0.38659 0.25416 0.3918 0.25764 C 0.39492 0.25648 0.39818 0.25694 0.40117 0.25509 C 0.40338 0.2537 0.40495 0.25046 0.40664 0.24791 C 0.41406 0.23588 0.41367 0.23588 0.41875 0.2243 C 0.42135 0.20995 0.42226 0.20254 0.43229 0.1912 C 0.43503 0.18796 0.43737 0.18356 0.44036 0.18171 L 0.44844 0.17685 C 0.45026 0.17847 0.45234 0.17939 0.45391 0.18171 C 0.45534 0.18402 0.46042 0.19606 0.46198 0.20046 C 0.46289 0.2037 0.46354 0.20717 0.46471 0.20995 C 0.46719 0.21666 0.47031 0.22245 0.47279 0.2287 C 0.47539 0.23588 0.47565 0.2375 0.47956 0.24305 C 0.48242 0.24722 0.48568 0.24953 0.48906 0.25277 C 0.49349 0.25162 0.49805 0.25139 0.50247 0.25023 C 0.50612 0.24907 0.50976 0.24722 0.51341 0.2456 C 0.52956 0.2375 0.5306 0.23611 0.5457 0.22662 C 0.55651 0.19861 0.5457 0.22453 0.55651 0.20277 C 0.55807 0.2 0.55885 0.19583 0.56055 0.19351 C 0.56211 0.19143 0.56432 0.19189 0.56601 0.1912 C 0.56745 0.18889 0.56862 0.18611 0.57018 0.18402 C 0.57266 0.18055 0.57812 0.17453 0.57812 0.17476 C 0.57956 0.17639 0.58138 0.17685 0.58216 0.17939 C 0.58372 0.18379 0.58398 0.18889 0.58489 0.19351 C 0.58542 0.19583 0.58555 0.19884 0.58633 0.20046 L 0.59036 0.20995 C 0.59271 0.22245 0.5901 0.21273 0.59427 0.22199 C 0.59713 0.22824 0.597 0.23125 0.60117 0.23588 C 0.60234 0.2375 0.60391 0.23773 0.60521 0.23842 C 0.60664 0.24004 0.60768 0.24282 0.60924 0.24305 C 0.61523 0.24398 0.61914 0.2412 0.62409 0.23842 C 0.6293 0.22939 0.63398 0.22291 0.63763 0.2125 C 0.63867 0.20949 0.63919 0.20601 0.64036 0.20277 C 0.64154 0.19953 0.64336 0.19699 0.6444 0.19351 C 0.65078 0.17338 0.6431 0.18889 0.65117 0.17453 C 0.65417 0.15879 0.65325 0.16203 0.66198 0.13935 C 0.66289 0.1368 0.6638 0.13472 0.66471 0.13217 C 0.66693 0.12453 0.66979 0.11689 0.67148 0.10856 C 0.67331 0.09907 0.6737 0.08865 0.67682 0.08032 C 0.67773 0.07777 0.67878 0.07569 0.67956 0.07314 C 0.68021 0.07083 0.68021 0.06805 0.68086 0.06597 C 0.6819 0.06273 0.68372 0.05972 0.68489 0.05648 C 0.68646 0.05254 0.68737 0.04838 0.68906 0.04467 C 0.69101 0.03981 0.69336 0.03518 0.6957 0.03032 C 0.69648 0.02893 0.69779 0.02754 0.69844 0.02592 C 0.70338 0.01134 0.70378 0.00764 0.70651 -0.00718 L 0.70794 -0.01412 C 0.70833 -0.01667 0.7082 -0.01968 0.70924 -0.02153 C 0.71016 -0.02292 0.7112 -0.02454 0.71198 -0.02593 C 0.71341 -0.02917 0.71445 -0.03264 0.71601 -0.03565 C 0.72005 -0.0426 0.72279 -0.04028 0.72825 -0.04514 C 0.72995 -0.04653 0.73177 -0.04838 0.73346 -0.04977 C 0.73489 -0.05093 0.73633 -0.05093 0.73763 -0.05209 C 0.73906 -0.05348 0.74023 -0.05556 0.74167 -0.05672 C 0.74284 -0.05811 0.7444 -0.05811 0.7457 -0.05903 C 0.74948 -0.06181 0.75338 -0.06436 0.75651 -0.06875 C 0.75833 -0.07107 0.75989 -0.07408 0.76198 -0.07593 C 0.76393 -0.07709 0.76641 -0.07755 0.76875 -0.07824 C 0.77461 -0.07917 0.78047 -0.07963 0.78633 -0.0801 C 0.78945 -0.07963 0.79271 -0.07963 0.7957 -0.07824 C 0.79935 -0.07639 0.80729 -0.05996 0.80794 -0.05903 C 0.81315 -0.05301 0.81042 -0.05533 0.81601 -0.05209 C 0.81888 -0.04861 0.82747 -0.03982 0.82956 -0.03311 L 0.83099 -0.02848 " pathEditMode="relative" rAng="0" ptsTypes="AAAAAAAAAAAAAAAAAAAAAAAAAAAAAAAAAAAAAAAAAAAAAAAAAAAAAAAAAAAAAAAAAAAAAAAAAAAAAAAAAAAAAAAAAAAAAAAAAAAAAAAAAAAAAAAAAAAAAAAAAAAAAAAA">
                                      <p:cBhvr>
                                        <p:cTn id="6" dur="5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549" y="8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500"/>
                            </p:stCondLst>
                            <p:childTnLst>
                              <p:par>
                                <p:cTn id="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2.59259E-6 L 1.04167E-6 0.00023 C 0.00456 -0.00347 0.00885 -0.00764 0.01393 -0.00995 C 0.01575 -0.01111 0.01771 -0.01203 0.01953 -0.01296 C 0.02096 -0.01389 0.02226 -0.01504 0.0237 -0.01574 C 0.02513 -0.01643 0.02656 -0.01666 0.02786 -0.01736 C 0.0401 -0.02245 0.02786 -0.01805 0.03776 -0.02129 C 0.04505 -0.02639 0.03919 -0.02315 0.05039 -0.02569 C 0.05417 -0.02662 0.05781 -0.02754 0.06159 -0.0287 C 0.06315 -0.02893 0.06432 -0.02963 0.06575 -0.02986 C 0.07305 -0.03194 0.0776 -0.03217 0.08542 -0.03287 C 0.09831 -0.03727 0.07812 -0.03055 0.09674 -0.03565 C 0.09961 -0.03657 0.10221 -0.03773 0.10508 -0.03865 C 0.10651 -0.03889 0.10807 -0.03912 0.10924 -0.03981 C 0.11471 -0.04352 0.11185 -0.04213 0.11784 -0.04421 C 0.12109 -0.04768 0.12409 -0.05115 0.12891 -0.05278 C 0.13177 -0.0537 0.13489 -0.05393 0.13737 -0.05555 C 0.13867 -0.05648 0.13997 -0.05764 0.14154 -0.05856 C 0.14427 -0.05972 0.14713 -0.06018 0.15 -0.06134 C 0.15143 -0.0618 0.15286 -0.06203 0.1543 -0.0625 C 0.15612 -0.06365 0.15794 -0.06481 0.15976 -0.06551 C 0.16263 -0.06643 0.16536 -0.06759 0.16823 -0.06828 L 0.17253 -0.0699 L 0.17669 -0.07106 C 0.17799 -0.07153 0.17943 -0.07199 0.18086 -0.07268 L 0.18646 -0.07407 C 0.18789 -0.075 0.18919 -0.07592 0.19075 -0.07685 C 0.19297 -0.07801 0.19531 -0.0787 0.19766 -0.07986 C 0.19909 -0.08009 0.20065 -0.08055 0.20182 -0.08102 C 0.20703 -0.08379 0.20573 -0.08426 0.21029 -0.08819 C 0.21393 -0.0912 0.21458 -0.09097 0.21862 -0.09236 C 0.22005 -0.09352 0.22135 -0.09444 0.22292 -0.09537 C 0.22474 -0.09606 0.22669 -0.09629 0.22851 -0.09676 C 0.22995 -0.09722 0.23138 -0.09768 0.23281 -0.09815 C 0.23424 -0.09907 0.23555 -0.10023 0.23685 -0.10092 C 0.2388 -0.10185 0.24075 -0.10208 0.24258 -0.10231 C 0.24544 -0.10324 0.24818 -0.1044 0.25104 -0.10532 L 0.25534 -0.10648 C 0.25651 -0.10717 0.25794 -0.10764 0.25937 -0.1081 C 0.26133 -0.10879 0.26315 -0.10879 0.26497 -0.10949 C 0.26641 -0.10995 0.26784 -0.11065 0.26927 -0.11088 C 0.27253 -0.11157 0.27578 -0.11203 0.27904 -0.11227 C 0.2819 -0.11319 0.2845 -0.11458 0.2875 -0.11528 C 0.30911 -0.11967 0.29219 -0.11643 0.33932 -0.11805 C 0.34219 -0.11852 0.34505 -0.11875 0.34779 -0.11944 C 0.35065 -0.12014 0.35325 -0.12199 0.35612 -0.12199 L 0.37461 -0.12199 " pathEditMode="relative" rAng="0" ptsTypes="AAAAAAAAAAAAAAAAAAAAAAAAAAAAAAAAAAAAAAAAAAAAAAA">
                                      <p:cBhvr>
                                        <p:cTn id="22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24" y="-6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36" grpId="0" animBg="1"/>
      <p:bldP spid="41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Random Dragon GIF by RiboZurai on deviantART | Рисунки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73114"/>
            <a:ext cx="4911772" cy="4911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лачко с текстом: прямоугольное со скругленными углами 6"/>
          <p:cNvSpPr/>
          <p:nvPr/>
        </p:nvSpPr>
        <p:spPr>
          <a:xfrm flipH="1">
            <a:off x="1156866" y="1899706"/>
            <a:ext cx="4201351" cy="1771818"/>
          </a:xfrm>
          <a:prstGeom prst="wedgeRoundRectCallout">
            <a:avLst>
              <a:gd name="adj1" fmla="val -70905"/>
              <a:gd name="adj2" fmla="val 25990"/>
              <a:gd name="adj3" fmla="val 16667"/>
            </a:avLst>
          </a:prstGeom>
          <a:solidFill>
            <a:schemeClr val="bg1"/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 smtClean="0">
                <a:solidFill>
                  <a:sysClr val="windowText" lastClr="000000"/>
                </a:solidFill>
              </a:rPr>
              <a:t>1)30×5</a:t>
            </a:r>
            <a:r>
              <a:rPr lang="en-US" sz="2000" i="1" dirty="0" smtClean="0">
                <a:solidFill>
                  <a:sysClr val="windowText" lastClr="000000"/>
                </a:solidFill>
              </a:rPr>
              <a:t>=?</a:t>
            </a:r>
            <a:endParaRPr lang="en-US" sz="2000" i="1" dirty="0" smtClean="0">
              <a:solidFill>
                <a:sysClr val="windowText" lastClr="000000"/>
              </a:solidFill>
            </a:endParaRPr>
          </a:p>
          <a:p>
            <a:pPr algn="ctr"/>
            <a:endParaRPr lang="en-US" sz="2000" i="1" dirty="0" smtClean="0">
              <a:solidFill>
                <a:sysClr val="windowText" lastClr="000000"/>
              </a:solidFill>
            </a:endParaRPr>
          </a:p>
        </p:txBody>
      </p:sp>
      <p:sp>
        <p:nvSpPr>
          <p:cNvPr id="11" name="go further">
            <a:hlinkClick r:id="" action="ppaction://hlinkshowjump?jump=nextslide"/>
          </p:cNvPr>
          <p:cNvSpPr/>
          <p:nvPr/>
        </p:nvSpPr>
        <p:spPr>
          <a:xfrm>
            <a:off x="10202777" y="5891640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Келесі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2" name="check"/>
          <p:cNvSpPr/>
          <p:nvPr/>
        </p:nvSpPr>
        <p:spPr>
          <a:xfrm>
            <a:off x="324510" y="5891640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Тексеру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23931" y="5879993"/>
            <a:ext cx="3393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Жауап: 150</a:t>
            </a:r>
            <a:endParaRPr lang="ru-RU" sz="3600" b="1" dirty="0"/>
          </a:p>
        </p:txBody>
      </p:sp>
      <p:grpSp>
        <p:nvGrpSpPr>
          <p:cNvPr id="21" name="Группа 20"/>
          <p:cNvGrpSpPr/>
          <p:nvPr/>
        </p:nvGrpSpPr>
        <p:grpSpPr>
          <a:xfrm>
            <a:off x="0" y="380143"/>
            <a:ext cx="8277727" cy="646332"/>
            <a:chOff x="0" y="380143"/>
            <a:chExt cx="8181476" cy="646332"/>
          </a:xfrm>
        </p:grpSpPr>
        <p:sp>
          <p:nvSpPr>
            <p:cNvPr id="22" name="Параллелограмм 21"/>
            <p:cNvSpPr/>
            <p:nvPr/>
          </p:nvSpPr>
          <p:spPr>
            <a:xfrm>
              <a:off x="0" y="380144"/>
              <a:ext cx="7924799" cy="646331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14400" y="380144"/>
              <a:ext cx="72670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Айдахар сұрағы</a:t>
              </a:r>
              <a:endParaRPr lang="ru-RU" sz="3600" b="1" dirty="0"/>
            </a:p>
          </p:txBody>
        </p:sp>
        <p:sp>
          <p:nvSpPr>
            <p:cNvPr id="24" name="Прямоугольник 23"/>
            <p:cNvSpPr/>
            <p:nvPr/>
          </p:nvSpPr>
          <p:spPr>
            <a:xfrm>
              <a:off x="0" y="380143"/>
              <a:ext cx="208560" cy="646331"/>
            </a:xfrm>
            <a:prstGeom prst="rect">
              <a:avLst/>
            </a:prstGeom>
            <a:solidFill>
              <a:srgbClr val="EB3B0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56FF"/>
            </a:gs>
            <a:gs pos="80000">
              <a:schemeClr val="bg1"/>
            </a:gs>
            <a:gs pos="83000">
              <a:srgbClr val="66FF33"/>
            </a:gs>
            <a:gs pos="100000">
              <a:srgbClr val="66FF33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house" descr="Cartoon house clip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937" y="1374749"/>
            <a:ext cx="6910754" cy="457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" name="Группа 30"/>
          <p:cNvGrpSpPr/>
          <p:nvPr/>
        </p:nvGrpSpPr>
        <p:grpSpPr>
          <a:xfrm>
            <a:off x="0" y="380143"/>
            <a:ext cx="8277727" cy="646332"/>
            <a:chOff x="0" y="380143"/>
            <a:chExt cx="8181476" cy="646332"/>
          </a:xfrm>
        </p:grpSpPr>
        <p:sp>
          <p:nvSpPr>
            <p:cNvPr id="5" name="Параллелограмм 4"/>
            <p:cNvSpPr/>
            <p:nvPr/>
          </p:nvSpPr>
          <p:spPr>
            <a:xfrm>
              <a:off x="0" y="380144"/>
              <a:ext cx="7924799" cy="646331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380144"/>
              <a:ext cx="72670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Алдымызда үйшік тұр</a:t>
              </a:r>
              <a:endParaRPr lang="ru-RU" sz="3600" b="1" dirty="0"/>
            </a:p>
          </p:txBody>
        </p:sp>
        <p:sp>
          <p:nvSpPr>
            <p:cNvPr id="10" name="Прямоугольник 9"/>
            <p:cNvSpPr/>
            <p:nvPr/>
          </p:nvSpPr>
          <p:spPr>
            <a:xfrm>
              <a:off x="0" y="380143"/>
              <a:ext cx="208560" cy="646331"/>
            </a:xfrm>
            <a:prstGeom prst="rect">
              <a:avLst/>
            </a:prstGeom>
            <a:solidFill>
              <a:srgbClr val="EB3B0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6" name="knight" descr="Knight in golden armor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74820" y="3981302"/>
            <a:ext cx="1518701" cy="184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coin" descr="Golden dollar coin clipa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759" y="3429000"/>
            <a:ext cx="606428" cy="65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walk button">
            <a:hlinkClick r:id="" action="ppaction://hlinkshowjump?jump=nextslide"/>
          </p:cNvPr>
          <p:cNvSpPr/>
          <p:nvPr/>
        </p:nvSpPr>
        <p:spPr>
          <a:xfrm>
            <a:off x="10202777" y="5891640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Сұрақ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3" name="walk button"/>
          <p:cNvSpPr/>
          <p:nvPr/>
        </p:nvSpPr>
        <p:spPr>
          <a:xfrm>
            <a:off x="337189" y="1320079"/>
            <a:ext cx="2332923" cy="646331"/>
          </a:xfrm>
          <a:prstGeom prst="roundRect">
            <a:avLst/>
          </a:prstGeom>
          <a:solidFill>
            <a:srgbClr val="0D56FF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Үйшікке кіру</a:t>
            </a:r>
            <a:endParaRPr lang="ru-RU" dirty="0"/>
          </a:p>
        </p:txBody>
      </p:sp>
      <p:sp>
        <p:nvSpPr>
          <p:cNvPr id="14" name="swim bitton"/>
          <p:cNvSpPr/>
          <p:nvPr/>
        </p:nvSpPr>
        <p:spPr>
          <a:xfrm>
            <a:off x="337189" y="2133359"/>
            <a:ext cx="2332923" cy="646331"/>
          </a:xfrm>
          <a:prstGeom prst="roundRect">
            <a:avLst/>
          </a:prstGeom>
          <a:solidFill>
            <a:srgbClr val="0D56FF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Қасынан өтіп кету</a:t>
            </a:r>
            <a:endParaRPr lang="ru-RU" dirty="0"/>
          </a:p>
        </p:txBody>
      </p:sp>
      <p:pic>
        <p:nvPicPr>
          <p:cNvPr id="15" name="Picture 4" descr="Метла » Красивые анимационные картинки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085851" y="2596896"/>
            <a:ext cx="2290826" cy="2340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Облачко с текстом: прямоугольное со скругленными углами 35"/>
          <p:cNvSpPr/>
          <p:nvPr/>
        </p:nvSpPr>
        <p:spPr>
          <a:xfrm>
            <a:off x="8892838" y="789902"/>
            <a:ext cx="2332923" cy="983854"/>
          </a:xfrm>
          <a:prstGeom prst="wedgeRoundRectCallout">
            <a:avLst>
              <a:gd name="adj1" fmla="val -37747"/>
              <a:gd name="adj2" fmla="val 98676"/>
              <a:gd name="adj3" fmla="val 16667"/>
            </a:avLst>
          </a:prstGeom>
          <a:solidFill>
            <a:schemeClr val="bg1"/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Бұл менің үйшігім, кету үшін менің сұрағыма жауап бер!</a:t>
            </a:r>
            <a:endParaRPr lang="ru-RU" sz="1600" dirty="0">
              <a:solidFill>
                <a:sysClr val="windowText" lastClr="000000"/>
              </a:solidFill>
            </a:endParaRPr>
          </a:p>
        </p:txBody>
      </p:sp>
      <p:sp>
        <p:nvSpPr>
          <p:cNvPr id="20" name="walk button">
            <a:hlinkClick r:id="rId5" action="ppaction://hlinksldjump"/>
          </p:cNvPr>
          <p:cNvSpPr/>
          <p:nvPr/>
        </p:nvSpPr>
        <p:spPr>
          <a:xfrm>
            <a:off x="10202777" y="5908665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Келесі</a:t>
            </a:r>
            <a:endParaRPr lang="ru-RU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94 0.01713 L 0.5306 0.01713 " pathEditMode="relative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94 0.02083 L 0.31159 0.02083 " pathEditMode="relative" ptsTypes="AA">
                                      <p:cBhvr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лачко с текстом: прямоугольное со скругленными углами 5"/>
          <p:cNvSpPr/>
          <p:nvPr/>
        </p:nvSpPr>
        <p:spPr>
          <a:xfrm flipH="1">
            <a:off x="1111628" y="1896760"/>
            <a:ext cx="4201351" cy="1771818"/>
          </a:xfrm>
          <a:prstGeom prst="wedgeRoundRectCallout">
            <a:avLst>
              <a:gd name="adj1" fmla="val -70905"/>
              <a:gd name="adj2" fmla="val 25990"/>
              <a:gd name="adj3" fmla="val 16667"/>
            </a:avLst>
          </a:prstGeom>
          <a:solidFill>
            <a:schemeClr val="bg1"/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 smtClean="0">
                <a:solidFill>
                  <a:sysClr val="windowText" lastClr="000000"/>
                </a:solidFill>
              </a:rPr>
              <a:t>36+150=?</a:t>
            </a:r>
            <a:endParaRPr lang="ru-RU" sz="2000" i="1" dirty="0">
              <a:solidFill>
                <a:sysClr val="windowText" lastClr="000000"/>
              </a:solidFill>
            </a:endParaRPr>
          </a:p>
        </p:txBody>
      </p:sp>
      <p:sp>
        <p:nvSpPr>
          <p:cNvPr id="7" name="go further">
            <a:hlinkClick r:id="" action="ppaction://hlinkshowjump?jump=nextslide"/>
          </p:cNvPr>
          <p:cNvSpPr/>
          <p:nvPr/>
        </p:nvSpPr>
        <p:spPr>
          <a:xfrm>
            <a:off x="10202777" y="5891640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Келесі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8" name="check"/>
          <p:cNvSpPr/>
          <p:nvPr/>
        </p:nvSpPr>
        <p:spPr>
          <a:xfrm>
            <a:off x="324510" y="5891640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Тексеру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61693" y="5891639"/>
            <a:ext cx="3393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Жауап:186</a:t>
            </a:r>
            <a:endParaRPr lang="en-US" sz="3600" b="1" dirty="0" smtClean="0"/>
          </a:p>
          <a:p>
            <a:pPr algn="ctr"/>
            <a:r>
              <a:rPr lang="en-US" sz="3600" b="1" dirty="0" smtClean="0"/>
              <a:t>36+30</a:t>
            </a:r>
            <a:r>
              <a:rPr lang="ru-RU" sz="3600" b="1" dirty="0" smtClean="0"/>
              <a:t>×</a:t>
            </a:r>
            <a:r>
              <a:rPr lang="en-US" sz="3600" b="1" dirty="0" smtClean="0"/>
              <a:t>5 </a:t>
            </a:r>
            <a:r>
              <a:rPr lang="ru-RU" sz="3600" b="1" dirty="0" smtClean="0"/>
              <a:t>=</a:t>
            </a:r>
            <a:r>
              <a:rPr lang="en-US" sz="3600" b="1" dirty="0" smtClean="0"/>
              <a:t>186</a:t>
            </a:r>
            <a:endParaRPr lang="ru-RU" sz="3600" b="1" dirty="0"/>
          </a:p>
        </p:txBody>
      </p:sp>
      <p:pic>
        <p:nvPicPr>
          <p:cNvPr id="1028" name="Picture 4" descr="Метла » Красивые анимационные картинки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015351" y="1835509"/>
            <a:ext cx="3393832" cy="346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Группа 12"/>
          <p:cNvGrpSpPr/>
          <p:nvPr/>
        </p:nvGrpSpPr>
        <p:grpSpPr>
          <a:xfrm>
            <a:off x="0" y="380143"/>
            <a:ext cx="8277727" cy="646332"/>
            <a:chOff x="0" y="380143"/>
            <a:chExt cx="8181476" cy="646332"/>
          </a:xfrm>
        </p:grpSpPr>
        <p:sp>
          <p:nvSpPr>
            <p:cNvPr id="14" name="Параллелограмм 13"/>
            <p:cNvSpPr/>
            <p:nvPr/>
          </p:nvSpPr>
          <p:spPr>
            <a:xfrm>
              <a:off x="0" y="380144"/>
              <a:ext cx="7924799" cy="646331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4400" y="380144"/>
              <a:ext cx="72670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Мыстан сұрағы</a:t>
              </a:r>
              <a:endParaRPr lang="ru-RU" sz="3600" b="1" dirty="0"/>
            </a:p>
          </p:txBody>
        </p:sp>
        <p:sp>
          <p:nvSpPr>
            <p:cNvPr id="16" name="Прямоугольник 15"/>
            <p:cNvSpPr/>
            <p:nvPr/>
          </p:nvSpPr>
          <p:spPr>
            <a:xfrm>
              <a:off x="0" y="380143"/>
              <a:ext cx="208560" cy="646331"/>
            </a:xfrm>
            <a:prstGeom prst="rect">
              <a:avLst/>
            </a:prstGeom>
            <a:solidFill>
              <a:srgbClr val="EB3B0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56FF"/>
            </a:gs>
            <a:gs pos="80000">
              <a:schemeClr val="bg1"/>
            </a:gs>
            <a:gs pos="83000">
              <a:srgbClr val="66FF33"/>
            </a:gs>
            <a:gs pos="100000">
              <a:srgbClr val="66FF33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0" y="380143"/>
            <a:ext cx="8277727" cy="646332"/>
            <a:chOff x="0" y="380143"/>
            <a:chExt cx="8181476" cy="646332"/>
          </a:xfrm>
        </p:grpSpPr>
        <p:sp>
          <p:nvSpPr>
            <p:cNvPr id="3" name="Параллелограмм 2"/>
            <p:cNvSpPr/>
            <p:nvPr/>
          </p:nvSpPr>
          <p:spPr>
            <a:xfrm>
              <a:off x="0" y="380144"/>
              <a:ext cx="7924799" cy="646331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380144"/>
              <a:ext cx="72670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Құсқа көмек керек сияқты</a:t>
              </a:r>
              <a:endParaRPr lang="ru-RU" sz="3600" b="1" dirty="0"/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0" y="380143"/>
              <a:ext cx="208560" cy="646331"/>
            </a:xfrm>
            <a:prstGeom prst="rect">
              <a:avLst/>
            </a:prstGeom>
            <a:solidFill>
              <a:srgbClr val="EB3B0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6146" name="Picture 2" descr="Oak tree clip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854" y="1779546"/>
            <a:ext cx="4620415" cy="4100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Little Bird Sticker by smarTrike for iOS &amp; Android | GIPH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537982" y="1746286"/>
            <a:ext cx="2144487" cy="214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walk button"/>
          <p:cNvSpPr/>
          <p:nvPr/>
        </p:nvSpPr>
        <p:spPr>
          <a:xfrm>
            <a:off x="337189" y="1320079"/>
            <a:ext cx="2332923" cy="646331"/>
          </a:xfrm>
          <a:prstGeom prst="roundRect">
            <a:avLst/>
          </a:prstGeom>
          <a:solidFill>
            <a:srgbClr val="0D56FF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Құсқа көмектесу</a:t>
            </a:r>
            <a:endParaRPr lang="ru-RU" dirty="0"/>
          </a:p>
        </p:txBody>
      </p:sp>
      <p:sp>
        <p:nvSpPr>
          <p:cNvPr id="13" name="swim bitton"/>
          <p:cNvSpPr/>
          <p:nvPr/>
        </p:nvSpPr>
        <p:spPr>
          <a:xfrm>
            <a:off x="337189" y="2133359"/>
            <a:ext cx="2332923" cy="646331"/>
          </a:xfrm>
          <a:prstGeom prst="roundRect">
            <a:avLst/>
          </a:prstGeom>
          <a:solidFill>
            <a:srgbClr val="0D56FF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Өтіп кету</a:t>
            </a:r>
            <a:endParaRPr lang="ru-RU" dirty="0"/>
          </a:p>
        </p:txBody>
      </p:sp>
      <p:pic>
        <p:nvPicPr>
          <p:cNvPr id="6158" name="Picture 14" descr="Nest clipa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284" y="2737594"/>
            <a:ext cx="1034718" cy="468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 descr="Boiled egg clipar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249065">
            <a:off x="8667813" y="5717693"/>
            <a:ext cx="254543" cy="32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Boiled egg clipar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02153">
            <a:off x="8243866" y="5780850"/>
            <a:ext cx="254543" cy="32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6" descr="Boiled egg clipar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249065">
            <a:off x="8468152" y="5820749"/>
            <a:ext cx="254543" cy="32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knight" descr="Knight in golden armor clipar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74820" y="3981302"/>
            <a:ext cx="1518701" cy="184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2" name="Picture 18" descr="Broken Egg clipart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489376">
            <a:off x="7766125" y="5693616"/>
            <a:ext cx="647890" cy="909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Облачко с текстом: прямоугольное со скругленными углами 35"/>
          <p:cNvSpPr/>
          <p:nvPr/>
        </p:nvSpPr>
        <p:spPr>
          <a:xfrm>
            <a:off x="9478634" y="462519"/>
            <a:ext cx="1943618" cy="858361"/>
          </a:xfrm>
          <a:prstGeom prst="wedgeRoundRectCallout">
            <a:avLst>
              <a:gd name="adj1" fmla="val 1712"/>
              <a:gd name="adj2" fmla="val 117738"/>
              <a:gd name="adj3" fmla="val 16667"/>
            </a:avLst>
          </a:prstGeom>
          <a:solidFill>
            <a:schemeClr val="bg1"/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Рахмет, Сұраққа жауап берші!</a:t>
            </a:r>
            <a:endParaRPr lang="ru-RU" sz="1600" dirty="0">
              <a:solidFill>
                <a:sysClr val="windowText" lastClr="000000"/>
              </a:solidFill>
            </a:endParaRPr>
          </a:p>
        </p:txBody>
      </p:sp>
      <p:pic>
        <p:nvPicPr>
          <p:cNvPr id="21" name="Picture 16" descr="Boiled egg clipar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249065">
            <a:off x="8350117" y="2691163"/>
            <a:ext cx="254543" cy="32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Boiled egg clipar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02153">
            <a:off x="7935503" y="2690338"/>
            <a:ext cx="254543" cy="32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6" descr="Boiled egg clipar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5992">
            <a:off x="8149157" y="2688430"/>
            <a:ext cx="254543" cy="32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walk button">
            <a:hlinkClick r:id="" action="ppaction://hlinkshowjump?jump=nextslide"/>
          </p:cNvPr>
          <p:cNvSpPr/>
          <p:nvPr/>
        </p:nvSpPr>
        <p:spPr>
          <a:xfrm>
            <a:off x="10202777" y="5891640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Сыйлық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25" name="Облачко с текстом: прямоугольное со скругленными углами 35"/>
          <p:cNvSpPr/>
          <p:nvPr/>
        </p:nvSpPr>
        <p:spPr>
          <a:xfrm>
            <a:off x="9478634" y="453338"/>
            <a:ext cx="1943618" cy="858361"/>
          </a:xfrm>
          <a:prstGeom prst="wedgeRoundRectCallout">
            <a:avLst>
              <a:gd name="adj1" fmla="val 1712"/>
              <a:gd name="adj2" fmla="val 117738"/>
              <a:gd name="adj3" fmla="val 16667"/>
            </a:avLst>
          </a:prstGeom>
          <a:solidFill>
            <a:schemeClr val="bg1"/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Менің балапаным!</a:t>
            </a:r>
            <a:endParaRPr lang="ru-RU" sz="1600" dirty="0">
              <a:solidFill>
                <a:sysClr val="windowText" lastClr="000000"/>
              </a:solidFill>
            </a:endParaRPr>
          </a:p>
        </p:txBody>
      </p:sp>
      <p:sp>
        <p:nvSpPr>
          <p:cNvPr id="26" name="walk button">
            <a:hlinkClick r:id="rId7" action="ppaction://hlinksldjump"/>
          </p:cNvPr>
          <p:cNvSpPr/>
          <p:nvPr/>
        </p:nvSpPr>
        <p:spPr>
          <a:xfrm>
            <a:off x="10202777" y="5891639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Келесі</a:t>
            </a:r>
            <a:endParaRPr lang="ru-RU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94 0.00555 L 0.52579 0.0419 " pathEditMode="relative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5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98 -0.00787 L 0.63855 0.0592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937" y="33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0" y="380143"/>
            <a:ext cx="8277727" cy="646332"/>
            <a:chOff x="0" y="380143"/>
            <a:chExt cx="8181476" cy="646332"/>
          </a:xfrm>
        </p:grpSpPr>
        <p:sp>
          <p:nvSpPr>
            <p:cNvPr id="3" name="Параллелограмм 2"/>
            <p:cNvSpPr/>
            <p:nvPr/>
          </p:nvSpPr>
          <p:spPr>
            <a:xfrm>
              <a:off x="0" y="380144"/>
              <a:ext cx="7924799" cy="646331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380144"/>
              <a:ext cx="72670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Құстың сұрағы</a:t>
              </a:r>
              <a:endParaRPr lang="ru-RU" sz="3600" b="1" dirty="0"/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0" y="380143"/>
              <a:ext cx="208560" cy="646331"/>
            </a:xfrm>
            <a:prstGeom prst="rect">
              <a:avLst/>
            </a:prstGeom>
            <a:solidFill>
              <a:srgbClr val="EB3B0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7" name="Picture 10" descr="Little Bird Sticker by smarTrike for iOS &amp; Android | GIPH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362699" y="1746286"/>
            <a:ext cx="4319769" cy="431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Облачко с текстом: прямоугольное со скругленными углами 5"/>
          <p:cNvSpPr/>
          <p:nvPr/>
        </p:nvSpPr>
        <p:spPr>
          <a:xfrm flipH="1">
            <a:off x="1111627" y="1896760"/>
            <a:ext cx="3823229" cy="1771818"/>
          </a:xfrm>
          <a:prstGeom prst="wedgeRoundRectCallout">
            <a:avLst>
              <a:gd name="adj1" fmla="val -70905"/>
              <a:gd name="adj2" fmla="val 25990"/>
              <a:gd name="adj3" fmla="val 16667"/>
            </a:avLst>
          </a:prstGeom>
          <a:solidFill>
            <a:schemeClr val="bg1"/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 smtClean="0">
                <a:solidFill>
                  <a:sysClr val="windowText" lastClr="000000"/>
                </a:solidFill>
              </a:rPr>
              <a:t>459+12</a:t>
            </a:r>
            <a:r>
              <a:rPr lang="ru-RU" sz="2000" i="1" dirty="0" smtClean="0">
                <a:solidFill>
                  <a:sysClr val="windowText" lastClr="000000"/>
                </a:solidFill>
              </a:rPr>
              <a:t>=?</a:t>
            </a:r>
            <a:endParaRPr lang="ru-RU" sz="2000" i="1" dirty="0">
              <a:solidFill>
                <a:sysClr val="windowText" lastClr="000000"/>
              </a:solidFill>
            </a:endParaRPr>
          </a:p>
        </p:txBody>
      </p:sp>
      <p:sp>
        <p:nvSpPr>
          <p:cNvPr id="9" name="go further">
            <a:hlinkClick r:id="" action="ppaction://hlinkshowjump?jump=nextslide"/>
          </p:cNvPr>
          <p:cNvSpPr/>
          <p:nvPr/>
        </p:nvSpPr>
        <p:spPr>
          <a:xfrm>
            <a:off x="10202777" y="5891640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Келесі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0" name="check"/>
          <p:cNvSpPr/>
          <p:nvPr/>
        </p:nvSpPr>
        <p:spPr>
          <a:xfrm>
            <a:off x="324510" y="5891640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Тексеру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32385" y="5891639"/>
            <a:ext cx="3393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Жауап:471</a:t>
            </a:r>
            <a:endParaRPr lang="ru-RU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56FF"/>
            </a:gs>
            <a:gs pos="80000">
              <a:schemeClr val="bg1"/>
            </a:gs>
            <a:gs pos="83000">
              <a:srgbClr val="66FF33"/>
            </a:gs>
            <a:gs pos="100000">
              <a:srgbClr val="66FF33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0" y="380143"/>
            <a:ext cx="8277727" cy="646332"/>
            <a:chOff x="0" y="380143"/>
            <a:chExt cx="8181476" cy="646332"/>
          </a:xfrm>
        </p:grpSpPr>
        <p:sp>
          <p:nvSpPr>
            <p:cNvPr id="3" name="Параллелограмм 2"/>
            <p:cNvSpPr/>
            <p:nvPr/>
          </p:nvSpPr>
          <p:spPr>
            <a:xfrm>
              <a:off x="0" y="380144"/>
              <a:ext cx="7924799" cy="646331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380144"/>
              <a:ext cx="72670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Алдымызда үңгір тұр</a:t>
              </a:r>
              <a:endParaRPr lang="ru-RU" sz="3600" b="1" dirty="0"/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0" y="380143"/>
              <a:ext cx="208560" cy="646331"/>
            </a:xfrm>
            <a:prstGeom prst="rect">
              <a:avLst/>
            </a:prstGeom>
            <a:solidFill>
              <a:srgbClr val="EB3B0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6" name="knight" descr="Knight in golden armor clip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74820" y="3981302"/>
            <a:ext cx="1518701" cy="184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walk button"/>
          <p:cNvSpPr/>
          <p:nvPr/>
        </p:nvSpPr>
        <p:spPr>
          <a:xfrm>
            <a:off x="337189" y="1320079"/>
            <a:ext cx="2332923" cy="646331"/>
          </a:xfrm>
          <a:prstGeom prst="roundRect">
            <a:avLst/>
          </a:prstGeom>
          <a:solidFill>
            <a:srgbClr val="0D56FF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Үңгірге кіру</a:t>
            </a:r>
            <a:endParaRPr lang="ru-RU" dirty="0"/>
          </a:p>
        </p:txBody>
      </p:sp>
      <p:sp>
        <p:nvSpPr>
          <p:cNvPr id="9" name="swim bitton"/>
          <p:cNvSpPr/>
          <p:nvPr/>
        </p:nvSpPr>
        <p:spPr>
          <a:xfrm>
            <a:off x="337189" y="2133359"/>
            <a:ext cx="2332923" cy="646331"/>
          </a:xfrm>
          <a:prstGeom prst="roundRect">
            <a:avLst/>
          </a:prstGeom>
          <a:solidFill>
            <a:srgbClr val="0D56FF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Өтіп кету</a:t>
            </a:r>
            <a:endParaRPr lang="ru-RU" dirty="0"/>
          </a:p>
        </p:txBody>
      </p:sp>
      <p:pic>
        <p:nvPicPr>
          <p:cNvPr id="13" name="Picture 6" descr="Cave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689387" y="4712853"/>
            <a:ext cx="1969339" cy="111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Cave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156" y="3981302"/>
            <a:ext cx="3893921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Top Angry Bear Stickers for Android &amp; iOS | Gfyca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893426" y="2947553"/>
            <a:ext cx="3530600" cy="353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Облачко с текстом: прямоугольное со скругленными углами 35"/>
          <p:cNvSpPr/>
          <p:nvPr/>
        </p:nvSpPr>
        <p:spPr>
          <a:xfrm>
            <a:off x="9212893" y="1320079"/>
            <a:ext cx="2115727" cy="1064710"/>
          </a:xfrm>
          <a:prstGeom prst="wedgeRoundRectCallout">
            <a:avLst>
              <a:gd name="adj1" fmla="val -42107"/>
              <a:gd name="adj2" fmla="val 95075"/>
              <a:gd name="adj3" fmla="val 16667"/>
            </a:avLst>
          </a:prstGeom>
          <a:solidFill>
            <a:schemeClr val="bg1"/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Бұл менің үңгірім, Кету үшін сұраққа жауап бер!</a:t>
            </a:r>
            <a:endParaRPr lang="ru-RU" sz="1600" dirty="0">
              <a:solidFill>
                <a:sysClr val="windowText" lastClr="000000"/>
              </a:solidFill>
            </a:endParaRPr>
          </a:p>
        </p:txBody>
      </p:sp>
      <p:sp>
        <p:nvSpPr>
          <p:cNvPr id="19" name="walk button">
            <a:hlinkClick r:id="" action="ppaction://hlinkshowjump?jump=nextslide"/>
          </p:cNvPr>
          <p:cNvSpPr/>
          <p:nvPr/>
        </p:nvSpPr>
        <p:spPr>
          <a:xfrm>
            <a:off x="10202777" y="5891640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Сұрақ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pic>
        <p:nvPicPr>
          <p:cNvPr id="20" name="Picture 8" descr="Top Angry Bear Stickers for Android &amp; iOS | Gfyca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642128" y="2947553"/>
            <a:ext cx="3530600" cy="353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Облачко с текстом: прямоугольное со скругленными углами 35"/>
          <p:cNvSpPr/>
          <p:nvPr/>
        </p:nvSpPr>
        <p:spPr>
          <a:xfrm>
            <a:off x="7090266" y="2057697"/>
            <a:ext cx="1568460" cy="646332"/>
          </a:xfrm>
          <a:prstGeom prst="wedgeRoundRectCallout">
            <a:avLst>
              <a:gd name="adj1" fmla="val -42107"/>
              <a:gd name="adj2" fmla="val 95075"/>
              <a:gd name="adj3" fmla="val 16667"/>
            </a:avLst>
          </a:prstGeom>
          <a:solidFill>
            <a:schemeClr val="bg1"/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Менің қарным аш!</a:t>
            </a:r>
            <a:endParaRPr lang="ru-RU" sz="1600" dirty="0">
              <a:solidFill>
                <a:sysClr val="windowText" lastClr="000000"/>
              </a:solidFill>
            </a:endParaRPr>
          </a:p>
        </p:txBody>
      </p:sp>
      <p:sp>
        <p:nvSpPr>
          <p:cNvPr id="23" name="walk button">
            <a:hlinkClick r:id="rId4" action="ppaction://hlinksldjump"/>
          </p:cNvPr>
          <p:cNvSpPr/>
          <p:nvPr/>
        </p:nvSpPr>
        <p:spPr>
          <a:xfrm>
            <a:off x="10216250" y="5891639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Келесі 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pic>
        <p:nvPicPr>
          <p:cNvPr id="24" name="coin" descr="Golden dollar coin clipar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103805"/>
            <a:ext cx="606428" cy="65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94 0.00139 L 0.35105 0.0680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49" y="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433 0.00254 L 0.50313 -0.05093 " pathEditMode="relative" ptsTypes="AA">
                                      <p:cBhvr>
                                        <p:cTn id="2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48148E-6 L -0.68177 -0.0088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089" y="-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10" presetClass="exit" presetSubtype="0" fill="hold" grpId="1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000"/>
                            </p:stCondLst>
                            <p:childTnLst>
                              <p:par>
                                <p:cTn id="42" presetID="0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7943 1.48148E-6 L -1.40234 1.48148E-6 " pathEditMode="relative" ptsTypes="AA">
                                      <p:cBhvr>
                                        <p:cTn id="4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100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2" grpId="0" animBg="1"/>
      <p:bldP spid="22" grpId="1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56FF"/>
            </a:gs>
            <a:gs pos="80000">
              <a:schemeClr val="bg1"/>
            </a:gs>
            <a:gs pos="83000">
              <a:schemeClr val="bg1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0" y="380143"/>
            <a:ext cx="8277727" cy="646332"/>
            <a:chOff x="0" y="380143"/>
            <a:chExt cx="8181476" cy="646332"/>
          </a:xfrm>
        </p:grpSpPr>
        <p:sp>
          <p:nvSpPr>
            <p:cNvPr id="3" name="Параллелограмм 2"/>
            <p:cNvSpPr/>
            <p:nvPr/>
          </p:nvSpPr>
          <p:spPr>
            <a:xfrm>
              <a:off x="0" y="380144"/>
              <a:ext cx="7924799" cy="646331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380144"/>
              <a:ext cx="72670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Аю сұрағы</a:t>
              </a:r>
              <a:endParaRPr lang="ru-RU" sz="3600" b="1" dirty="0"/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0" y="380143"/>
              <a:ext cx="208560" cy="646331"/>
            </a:xfrm>
            <a:prstGeom prst="rect">
              <a:avLst/>
            </a:prstGeom>
            <a:solidFill>
              <a:srgbClr val="EB3B0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7" name="Picture 8" descr="Top Angry Bear Stickers for Android &amp; iOS | Gfyca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177050" y="1690287"/>
            <a:ext cx="4201352" cy="4201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Облачко с текстом: прямоугольное со скругленными углами 5"/>
          <p:cNvSpPr/>
          <p:nvPr/>
        </p:nvSpPr>
        <p:spPr>
          <a:xfrm flipH="1">
            <a:off x="1111628" y="1896760"/>
            <a:ext cx="4201351" cy="1771818"/>
          </a:xfrm>
          <a:prstGeom prst="wedgeRoundRectCallout">
            <a:avLst>
              <a:gd name="adj1" fmla="val -70905"/>
              <a:gd name="adj2" fmla="val 25990"/>
              <a:gd name="adj3" fmla="val 16667"/>
            </a:avLst>
          </a:prstGeom>
          <a:solidFill>
            <a:schemeClr val="bg1"/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 smtClean="0">
                <a:solidFill>
                  <a:sysClr val="windowText" lastClr="000000"/>
                </a:solidFill>
              </a:rPr>
              <a:t>471-47=?</a:t>
            </a:r>
            <a:endParaRPr lang="ru-RU" sz="2000" i="1" dirty="0">
              <a:solidFill>
                <a:sysClr val="windowText" lastClr="000000"/>
              </a:solidFill>
            </a:endParaRPr>
          </a:p>
        </p:txBody>
      </p:sp>
      <p:sp>
        <p:nvSpPr>
          <p:cNvPr id="9" name="go further">
            <a:hlinkClick r:id="" action="ppaction://hlinkshowjump?jump=nextslide"/>
          </p:cNvPr>
          <p:cNvSpPr/>
          <p:nvPr/>
        </p:nvSpPr>
        <p:spPr>
          <a:xfrm>
            <a:off x="10202777" y="5909120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Келесі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0" name="check"/>
          <p:cNvSpPr/>
          <p:nvPr/>
        </p:nvSpPr>
        <p:spPr>
          <a:xfrm>
            <a:off x="324510" y="5891640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Тексеру 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61693" y="5891639"/>
            <a:ext cx="3393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Жауап: 424</a:t>
            </a:r>
            <a:endParaRPr lang="en-US" sz="3600" b="1" dirty="0" smtClean="0"/>
          </a:p>
          <a:p>
            <a:pPr algn="ctr"/>
            <a:r>
              <a:rPr lang="en-US" sz="3600" b="1" dirty="0" smtClean="0"/>
              <a:t>459+12-47=427</a:t>
            </a:r>
            <a:endParaRPr lang="ru-RU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56FF"/>
            </a:gs>
            <a:gs pos="80000">
              <a:schemeClr val="bg1"/>
            </a:gs>
            <a:gs pos="83000">
              <a:srgbClr val="66FF33"/>
            </a:gs>
            <a:gs pos="100000">
              <a:srgbClr val="66FF33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0" y="380143"/>
            <a:ext cx="8277727" cy="646332"/>
            <a:chOff x="0" y="380143"/>
            <a:chExt cx="8181476" cy="646332"/>
          </a:xfrm>
        </p:grpSpPr>
        <p:sp>
          <p:nvSpPr>
            <p:cNvPr id="3" name="Параллелограмм 2"/>
            <p:cNvSpPr/>
            <p:nvPr/>
          </p:nvSpPr>
          <p:spPr>
            <a:xfrm>
              <a:off x="0" y="380144"/>
              <a:ext cx="7924799" cy="646331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380144"/>
              <a:ext cx="72670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Алдымызда көлшік тұр</a:t>
              </a:r>
              <a:endParaRPr lang="ru-RU" sz="3600" b="1" dirty="0"/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0" y="380143"/>
              <a:ext cx="208560" cy="646331"/>
            </a:xfrm>
            <a:prstGeom prst="rect">
              <a:avLst/>
            </a:prstGeom>
            <a:solidFill>
              <a:srgbClr val="EB3B0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6" name="knight" descr="Knight in golden armor clip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74820" y="3981302"/>
            <a:ext cx="1518701" cy="184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Lake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977" y="4689922"/>
            <a:ext cx="4072835" cy="1848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walk button"/>
          <p:cNvSpPr/>
          <p:nvPr/>
        </p:nvSpPr>
        <p:spPr>
          <a:xfrm>
            <a:off x="337189" y="1320079"/>
            <a:ext cx="2604794" cy="646331"/>
          </a:xfrm>
          <a:prstGeom prst="roundRect">
            <a:avLst/>
          </a:prstGeom>
          <a:solidFill>
            <a:srgbClr val="0D56FF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Бургерді бақаға беру</a:t>
            </a:r>
            <a:endParaRPr lang="ru-RU" dirty="0"/>
          </a:p>
        </p:txBody>
      </p:sp>
      <p:sp>
        <p:nvSpPr>
          <p:cNvPr id="9" name="swim bitton"/>
          <p:cNvSpPr/>
          <p:nvPr/>
        </p:nvSpPr>
        <p:spPr>
          <a:xfrm>
            <a:off x="337189" y="2133359"/>
            <a:ext cx="2604794" cy="646331"/>
          </a:xfrm>
          <a:prstGeom prst="roundRect">
            <a:avLst/>
          </a:prstGeom>
          <a:solidFill>
            <a:srgbClr val="0D56FF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Бақамен сөйлесу</a:t>
            </a:r>
            <a:endParaRPr lang="ru-RU" dirty="0"/>
          </a:p>
        </p:txBody>
      </p:sp>
      <p:pic>
        <p:nvPicPr>
          <p:cNvPr id="10248" name="Picture 8" descr="Frog - gif.ov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366" y="4603617"/>
            <a:ext cx="1997764" cy="1752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 descr="Burger clipar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779" y="5613946"/>
            <a:ext cx="752441" cy="640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Облачко с текстом: прямоугольное со скругленными углами 35"/>
          <p:cNvSpPr/>
          <p:nvPr/>
        </p:nvSpPr>
        <p:spPr>
          <a:xfrm>
            <a:off x="9033768" y="2975848"/>
            <a:ext cx="2115727" cy="1064710"/>
          </a:xfrm>
          <a:prstGeom prst="wedgeRoundRectCallout">
            <a:avLst>
              <a:gd name="adj1" fmla="val -48997"/>
              <a:gd name="adj2" fmla="val 108766"/>
              <a:gd name="adj3" fmla="val 16667"/>
            </a:avLst>
          </a:prstGeom>
          <a:solidFill>
            <a:schemeClr val="bg1"/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Мен бургер ұнатпаймын!</a:t>
            </a:r>
            <a:endParaRPr lang="ru-RU" sz="1600" dirty="0">
              <a:solidFill>
                <a:sysClr val="windowText" lastClr="000000"/>
              </a:solidFill>
            </a:endParaRPr>
          </a:p>
        </p:txBody>
      </p:sp>
      <p:sp>
        <p:nvSpPr>
          <p:cNvPr id="19" name="go further">
            <a:hlinkClick r:id="rId5" action="ppaction://hlinksldjump"/>
          </p:cNvPr>
          <p:cNvSpPr/>
          <p:nvPr/>
        </p:nvSpPr>
        <p:spPr>
          <a:xfrm>
            <a:off x="10202777" y="5891640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Келесі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20" name="Облачко с текстом: прямоугольное со скругленными углами 35"/>
          <p:cNvSpPr/>
          <p:nvPr/>
        </p:nvSpPr>
        <p:spPr>
          <a:xfrm>
            <a:off x="5414356" y="2186015"/>
            <a:ext cx="2115727" cy="1064710"/>
          </a:xfrm>
          <a:prstGeom prst="wedgeRoundRectCallout">
            <a:avLst>
              <a:gd name="adj1" fmla="val -48997"/>
              <a:gd name="adj2" fmla="val 108766"/>
              <a:gd name="adj3" fmla="val 16667"/>
            </a:avLst>
          </a:prstGeom>
          <a:solidFill>
            <a:schemeClr val="bg1"/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Сәлем, маған көмектесе аласың ба?!</a:t>
            </a:r>
            <a:endParaRPr lang="ru-RU" sz="1600" dirty="0">
              <a:solidFill>
                <a:sysClr val="windowText" lastClr="000000"/>
              </a:solidFill>
            </a:endParaRPr>
          </a:p>
        </p:txBody>
      </p:sp>
      <p:sp>
        <p:nvSpPr>
          <p:cNvPr id="21" name="Облачко с текстом: прямоугольное со скругленными углами 35"/>
          <p:cNvSpPr/>
          <p:nvPr/>
        </p:nvSpPr>
        <p:spPr>
          <a:xfrm>
            <a:off x="9033767" y="2975848"/>
            <a:ext cx="2115727" cy="1064710"/>
          </a:xfrm>
          <a:prstGeom prst="wedgeRoundRectCallout">
            <a:avLst>
              <a:gd name="adj1" fmla="val -48997"/>
              <a:gd name="adj2" fmla="val 108766"/>
              <a:gd name="adj3" fmla="val 16667"/>
            </a:avLst>
          </a:prstGeom>
          <a:solidFill>
            <a:schemeClr val="bg1"/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Ия, бірақ менің сұрағыма жауап бер!</a:t>
            </a:r>
            <a:endParaRPr lang="ru-RU" sz="1600" dirty="0">
              <a:solidFill>
                <a:sysClr val="windowText" lastClr="000000"/>
              </a:solidFill>
            </a:endParaRPr>
          </a:p>
        </p:txBody>
      </p:sp>
      <p:sp>
        <p:nvSpPr>
          <p:cNvPr id="22" name="go further">
            <a:hlinkClick r:id="" action="ppaction://hlinkshowjump?jump=nextslide"/>
          </p:cNvPr>
          <p:cNvSpPr/>
          <p:nvPr/>
        </p:nvSpPr>
        <p:spPr>
          <a:xfrm>
            <a:off x="10202777" y="5891639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Сұрақ</a:t>
            </a:r>
            <a:endParaRPr lang="ru-RU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784 0.01134 L 0.1711 -0.0157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56" y="-1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784 0.0206 L 0.27188 0.0206 " pathEditMode="relative" ptsTypes="AA">
                                      <p:cBhvr>
                                        <p:cTn id="3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0" presetClass="exit" presetSubtype="0" fill="hold" grpId="1" nodeType="after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0" grpId="1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0" y="380143"/>
            <a:ext cx="8277727" cy="646332"/>
            <a:chOff x="0" y="380143"/>
            <a:chExt cx="8181476" cy="646332"/>
          </a:xfrm>
        </p:grpSpPr>
        <p:sp>
          <p:nvSpPr>
            <p:cNvPr id="3" name="Параллелограмм 2"/>
            <p:cNvSpPr/>
            <p:nvPr/>
          </p:nvSpPr>
          <p:spPr>
            <a:xfrm>
              <a:off x="0" y="380144"/>
              <a:ext cx="7924799" cy="646331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380144"/>
              <a:ext cx="72670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Бақа сұрағы</a:t>
              </a:r>
              <a:endParaRPr lang="ru-RU" sz="3600" b="1" dirty="0"/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0" y="380143"/>
              <a:ext cx="208560" cy="646331"/>
            </a:xfrm>
            <a:prstGeom prst="rect">
              <a:avLst/>
            </a:prstGeom>
            <a:solidFill>
              <a:srgbClr val="EB3B0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7" name="Облачко с текстом: прямоугольное со скругленными углами 5"/>
          <p:cNvSpPr/>
          <p:nvPr/>
        </p:nvSpPr>
        <p:spPr>
          <a:xfrm flipH="1">
            <a:off x="1111628" y="1896760"/>
            <a:ext cx="4201351" cy="1771818"/>
          </a:xfrm>
          <a:prstGeom prst="wedgeRoundRectCallout">
            <a:avLst>
              <a:gd name="adj1" fmla="val -70905"/>
              <a:gd name="adj2" fmla="val 25990"/>
              <a:gd name="adj3" fmla="val 16667"/>
            </a:avLst>
          </a:prstGeom>
          <a:solidFill>
            <a:schemeClr val="bg1"/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 smtClean="0">
                <a:solidFill>
                  <a:sysClr val="windowText" lastClr="000000"/>
                </a:solidFill>
              </a:rPr>
              <a:t>6+3 </a:t>
            </a:r>
            <a:r>
              <a:rPr lang="ru-RU" sz="2000" i="1" dirty="0" smtClean="0">
                <a:solidFill>
                  <a:sysClr val="windowText" lastClr="000000"/>
                </a:solidFill>
              </a:rPr>
              <a:t>=</a:t>
            </a:r>
            <a:r>
              <a:rPr lang="en-US" sz="2000" i="1" dirty="0">
                <a:solidFill>
                  <a:sysClr val="windowText" lastClr="000000"/>
                </a:solidFill>
              </a:rPr>
              <a:t>?</a:t>
            </a:r>
            <a:endParaRPr lang="ru-RU" sz="2000" i="1" dirty="0">
              <a:solidFill>
                <a:sysClr val="windowText" lastClr="000000"/>
              </a:solidFill>
            </a:endParaRPr>
          </a:p>
        </p:txBody>
      </p:sp>
      <p:sp>
        <p:nvSpPr>
          <p:cNvPr id="8" name="go further">
            <a:hlinkClick r:id="" action="ppaction://hlinkshowjump?jump=nextslide"/>
          </p:cNvPr>
          <p:cNvSpPr/>
          <p:nvPr/>
        </p:nvSpPr>
        <p:spPr>
          <a:xfrm>
            <a:off x="10202777" y="5891640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Келесі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9" name="check"/>
          <p:cNvSpPr/>
          <p:nvPr/>
        </p:nvSpPr>
        <p:spPr>
          <a:xfrm>
            <a:off x="324510" y="5891640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Тексеру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75968" y="5891639"/>
            <a:ext cx="3393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Жауап:9</a:t>
            </a:r>
            <a:endParaRPr lang="ru-RU" sz="3600" b="1" dirty="0"/>
          </a:p>
        </p:txBody>
      </p:sp>
      <p:pic>
        <p:nvPicPr>
          <p:cNvPr id="11" name="Picture 8" descr="Frog - gif.ov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23676"/>
            <a:ext cx="4572525" cy="4010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56FF"/>
            </a:gs>
            <a:gs pos="80000">
              <a:schemeClr val="bg1"/>
            </a:gs>
            <a:gs pos="83000">
              <a:srgbClr val="66FF33"/>
            </a:gs>
            <a:gs pos="100000">
              <a:srgbClr val="66FF33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0" y="380143"/>
            <a:ext cx="8277727" cy="646332"/>
            <a:chOff x="0" y="380143"/>
            <a:chExt cx="8181476" cy="646332"/>
          </a:xfrm>
        </p:grpSpPr>
        <p:sp>
          <p:nvSpPr>
            <p:cNvPr id="3" name="Параллелограмм 2"/>
            <p:cNvSpPr/>
            <p:nvPr/>
          </p:nvSpPr>
          <p:spPr>
            <a:xfrm>
              <a:off x="0" y="380144"/>
              <a:ext cx="7924799" cy="646331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380144"/>
              <a:ext cx="72670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Жылқы тұр</a:t>
              </a:r>
              <a:endParaRPr lang="ru-RU" sz="3600" b="1" dirty="0"/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0" y="380143"/>
              <a:ext cx="208560" cy="646331"/>
            </a:xfrm>
            <a:prstGeom prst="rect">
              <a:avLst/>
            </a:prstGeom>
            <a:solidFill>
              <a:srgbClr val="EB3B0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12292" name="Picture 4" descr="animated horse | Horse animation, Horses, Free horse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030" y="3047999"/>
            <a:ext cx="2238757" cy="2938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walk button"/>
          <p:cNvSpPr/>
          <p:nvPr/>
        </p:nvSpPr>
        <p:spPr>
          <a:xfrm>
            <a:off x="337189" y="1320079"/>
            <a:ext cx="2604794" cy="646331"/>
          </a:xfrm>
          <a:prstGeom prst="roundRect">
            <a:avLst/>
          </a:prstGeom>
          <a:solidFill>
            <a:srgbClr val="0D56FF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Жылқыны ұстап алу</a:t>
            </a:r>
            <a:endParaRPr lang="ru-RU" dirty="0"/>
          </a:p>
        </p:txBody>
      </p:sp>
      <p:sp>
        <p:nvSpPr>
          <p:cNvPr id="10" name="swim bitton"/>
          <p:cNvSpPr/>
          <p:nvPr/>
        </p:nvSpPr>
        <p:spPr>
          <a:xfrm>
            <a:off x="337189" y="2133359"/>
            <a:ext cx="2604794" cy="646331"/>
          </a:xfrm>
          <a:prstGeom prst="roundRect">
            <a:avLst/>
          </a:prstGeom>
          <a:solidFill>
            <a:srgbClr val="0D56FF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Жылқыға қант беру</a:t>
            </a:r>
            <a:endParaRPr lang="ru-RU" dirty="0"/>
          </a:p>
        </p:txBody>
      </p:sp>
      <p:pic>
        <p:nvPicPr>
          <p:cNvPr id="6" name="knight" descr="Knight in golden armor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74820" y="3981302"/>
            <a:ext cx="1518701" cy="184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Sugar clipa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030" y="5507287"/>
            <a:ext cx="966476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Облачко с текстом: прямоугольное со скругленными углами 35"/>
          <p:cNvSpPr/>
          <p:nvPr/>
        </p:nvSpPr>
        <p:spPr>
          <a:xfrm>
            <a:off x="9325314" y="1320079"/>
            <a:ext cx="2115727" cy="1064710"/>
          </a:xfrm>
          <a:prstGeom prst="wedgeRoundRectCallout">
            <a:avLst>
              <a:gd name="adj1" fmla="val -37722"/>
              <a:gd name="adj2" fmla="val 113745"/>
              <a:gd name="adj3" fmla="val 16667"/>
            </a:avLst>
          </a:prstGeom>
          <a:solidFill>
            <a:schemeClr val="bg1"/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Рахмет! Саған сыйлығым бар!</a:t>
            </a:r>
            <a:endParaRPr lang="ru-RU" sz="1600" dirty="0">
              <a:solidFill>
                <a:sysClr val="windowText" lastClr="000000"/>
              </a:solidFill>
            </a:endParaRPr>
          </a:p>
        </p:txBody>
      </p:sp>
      <p:sp>
        <p:nvSpPr>
          <p:cNvPr id="14" name="go further">
            <a:hlinkClick r:id="rId4" action="ppaction://hlinksldjump"/>
          </p:cNvPr>
          <p:cNvSpPr/>
          <p:nvPr/>
        </p:nvSpPr>
        <p:spPr>
          <a:xfrm>
            <a:off x="10202777" y="5891640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Сыйлық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5" name="Облачко с текстом: прямоугольное со скругленными углами 35"/>
          <p:cNvSpPr/>
          <p:nvPr/>
        </p:nvSpPr>
        <p:spPr>
          <a:xfrm>
            <a:off x="9198923" y="1738458"/>
            <a:ext cx="2115727" cy="646331"/>
          </a:xfrm>
          <a:prstGeom prst="wedgeRoundRectCallout">
            <a:avLst>
              <a:gd name="adj1" fmla="val 51222"/>
              <a:gd name="adj2" fmla="val 90096"/>
              <a:gd name="adj3" fmla="val 16667"/>
            </a:avLst>
          </a:prstGeom>
          <a:solidFill>
            <a:schemeClr val="bg1"/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Саубол!</a:t>
            </a:r>
            <a:endParaRPr lang="ru-RU" sz="1600" dirty="0">
              <a:solidFill>
                <a:sysClr val="windowText" lastClr="000000"/>
              </a:solidFill>
            </a:endParaRPr>
          </a:p>
        </p:txBody>
      </p:sp>
      <p:sp>
        <p:nvSpPr>
          <p:cNvPr id="16" name="go further">
            <a:hlinkClick r:id="rId5" action="ppaction://hlinksldjump"/>
          </p:cNvPr>
          <p:cNvSpPr/>
          <p:nvPr/>
        </p:nvSpPr>
        <p:spPr>
          <a:xfrm>
            <a:off x="10202649" y="5891640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Келесі</a:t>
            </a:r>
            <a:endParaRPr lang="ru-RU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08 0.02685 L 0.46133 0.0150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56" y="-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33 -0.01574 L 0.39063 -0.01574 " pathEditMode="relative" ptsTypes="AA">
                                      <p:cBhvr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0" y="380143"/>
            <a:ext cx="8277727" cy="646332"/>
            <a:chOff x="0" y="380143"/>
            <a:chExt cx="8181476" cy="646332"/>
          </a:xfrm>
        </p:grpSpPr>
        <p:sp>
          <p:nvSpPr>
            <p:cNvPr id="3" name="Параллелограмм 2"/>
            <p:cNvSpPr/>
            <p:nvPr/>
          </p:nvSpPr>
          <p:spPr>
            <a:xfrm>
              <a:off x="0" y="380144"/>
              <a:ext cx="7924799" cy="646331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380144"/>
              <a:ext cx="72670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Жылқы сұрағы</a:t>
              </a:r>
              <a:endParaRPr lang="ru-RU" sz="3600" b="1" dirty="0"/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0" y="380143"/>
              <a:ext cx="208560" cy="646331"/>
            </a:xfrm>
            <a:prstGeom prst="rect">
              <a:avLst/>
            </a:prstGeom>
            <a:solidFill>
              <a:srgbClr val="EB3B0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7" name="Picture 4" descr="animated horse | Horse animation, Horses, Free horse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936" y="771224"/>
            <a:ext cx="3776474" cy="4956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Облачко с текстом: прямоугольное со скругленными углами 5"/>
          <p:cNvSpPr/>
          <p:nvPr/>
        </p:nvSpPr>
        <p:spPr>
          <a:xfrm flipH="1">
            <a:off x="1111628" y="1896760"/>
            <a:ext cx="4201351" cy="1771818"/>
          </a:xfrm>
          <a:prstGeom prst="wedgeRoundRectCallout">
            <a:avLst>
              <a:gd name="adj1" fmla="val -70905"/>
              <a:gd name="adj2" fmla="val 25990"/>
              <a:gd name="adj3" fmla="val 16667"/>
            </a:avLst>
          </a:prstGeom>
          <a:solidFill>
            <a:schemeClr val="bg1"/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 smtClean="0">
                <a:solidFill>
                  <a:sysClr val="windowText" lastClr="000000"/>
                </a:solidFill>
              </a:rPr>
              <a:t>9×4=?</a:t>
            </a:r>
            <a:endParaRPr lang="ru-RU" sz="2000" i="1" dirty="0">
              <a:solidFill>
                <a:sysClr val="windowText" lastClr="000000"/>
              </a:solidFill>
            </a:endParaRPr>
          </a:p>
        </p:txBody>
      </p:sp>
      <p:sp>
        <p:nvSpPr>
          <p:cNvPr id="9" name="go further">
            <a:hlinkClick r:id="" action="ppaction://hlinkshowjump?jump=nextslide"/>
          </p:cNvPr>
          <p:cNvSpPr/>
          <p:nvPr/>
        </p:nvSpPr>
        <p:spPr>
          <a:xfrm>
            <a:off x="9911229" y="5891638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Келесі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0" name="check"/>
          <p:cNvSpPr/>
          <p:nvPr/>
        </p:nvSpPr>
        <p:spPr>
          <a:xfrm>
            <a:off x="324510" y="5891640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Тексеру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61693" y="5891639"/>
            <a:ext cx="3393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Жауап: 36</a:t>
            </a:r>
            <a:endParaRPr lang="ru-RU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80000">
              <a:schemeClr val="bg1"/>
            </a:gs>
            <a:gs pos="82000">
              <a:srgbClr val="C00000"/>
            </a:gs>
            <a:gs pos="100000">
              <a:srgbClr val="89001B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0" y="380143"/>
            <a:ext cx="8277727" cy="646332"/>
            <a:chOff x="0" y="380143"/>
            <a:chExt cx="8181476" cy="646332"/>
          </a:xfrm>
        </p:grpSpPr>
        <p:sp>
          <p:nvSpPr>
            <p:cNvPr id="3" name="Параллелограмм 2"/>
            <p:cNvSpPr/>
            <p:nvPr/>
          </p:nvSpPr>
          <p:spPr>
            <a:xfrm>
              <a:off x="0" y="380144"/>
              <a:ext cx="7924799" cy="646331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380144"/>
              <a:ext cx="72670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Алдымызда хан</a:t>
              </a:r>
              <a:endParaRPr lang="ru-RU" sz="3600" b="1" dirty="0"/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0" y="380143"/>
              <a:ext cx="208560" cy="646331"/>
            </a:xfrm>
            <a:prstGeom prst="rect">
              <a:avLst/>
            </a:prstGeom>
            <a:solidFill>
              <a:srgbClr val="EB3B0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6" name="knight" descr="Knight in golden armor clip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74820" y="3981302"/>
            <a:ext cx="1518701" cy="184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2" name="Picture 2" descr="КРЕСТОВЫЙ КОРОЛЬ ~ Плэйкасты ~ Beesona.R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121788" y="3379473"/>
            <a:ext cx="2213903" cy="2705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walk button"/>
          <p:cNvSpPr/>
          <p:nvPr/>
        </p:nvSpPr>
        <p:spPr>
          <a:xfrm>
            <a:off x="337189" y="1320079"/>
            <a:ext cx="2777072" cy="646331"/>
          </a:xfrm>
          <a:prstGeom prst="roundRect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Ханмен сөйлесу</a:t>
            </a:r>
            <a:endParaRPr lang="ru-RU" dirty="0"/>
          </a:p>
        </p:txBody>
      </p:sp>
      <p:sp>
        <p:nvSpPr>
          <p:cNvPr id="9" name="swim bitton"/>
          <p:cNvSpPr/>
          <p:nvPr/>
        </p:nvSpPr>
        <p:spPr>
          <a:xfrm>
            <a:off x="337189" y="2133359"/>
            <a:ext cx="2777072" cy="646331"/>
          </a:xfrm>
          <a:prstGeom prst="roundRect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Алма беру</a:t>
            </a:r>
            <a:endParaRPr lang="ru-RU" dirty="0"/>
          </a:p>
        </p:txBody>
      </p:sp>
      <p:pic>
        <p:nvPicPr>
          <p:cNvPr id="20486" name="Picture 6" descr="Red Apple clipa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030" y="5057046"/>
            <a:ext cx="735916" cy="872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Облачко с текстом: прямоугольное со скругленными углами 35"/>
          <p:cNvSpPr/>
          <p:nvPr/>
        </p:nvSpPr>
        <p:spPr>
          <a:xfrm>
            <a:off x="6960166" y="2133359"/>
            <a:ext cx="2115727" cy="1064710"/>
          </a:xfrm>
          <a:prstGeom prst="wedgeRoundRectCallout">
            <a:avLst>
              <a:gd name="adj1" fmla="val 53399"/>
              <a:gd name="adj2" fmla="val 94232"/>
              <a:gd name="adj3" fmla="val 16667"/>
            </a:avLst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Мен алма ұнатпаймын!</a:t>
            </a:r>
            <a:endParaRPr lang="ru-RU" sz="1600" dirty="0">
              <a:solidFill>
                <a:sysClr val="windowText" lastClr="000000"/>
              </a:solidFill>
            </a:endParaRPr>
          </a:p>
        </p:txBody>
      </p:sp>
      <p:sp>
        <p:nvSpPr>
          <p:cNvPr id="13" name="go further">
            <a:hlinkClick r:id="" action="ppaction://hlinkshowjump?jump=nextslide"/>
          </p:cNvPr>
          <p:cNvSpPr/>
          <p:nvPr/>
        </p:nvSpPr>
        <p:spPr>
          <a:xfrm>
            <a:off x="10202776" y="5876377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Келесі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4" name="Облачко с текстом: прямоугольное со скругленными углами 35"/>
          <p:cNvSpPr/>
          <p:nvPr/>
        </p:nvSpPr>
        <p:spPr>
          <a:xfrm>
            <a:off x="6881922" y="2247541"/>
            <a:ext cx="2115727" cy="766062"/>
          </a:xfrm>
          <a:prstGeom prst="wedgeRoundRectCallout">
            <a:avLst>
              <a:gd name="adj1" fmla="val -57641"/>
              <a:gd name="adj2" fmla="val 110087"/>
              <a:gd name="adj3" fmla="val 16667"/>
            </a:avLst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Мен ханшайымды босатуым керек!</a:t>
            </a:r>
            <a:endParaRPr lang="ru-RU" sz="1600" dirty="0">
              <a:solidFill>
                <a:sysClr val="windowText" lastClr="000000"/>
              </a:solidFill>
            </a:endParaRPr>
          </a:p>
        </p:txBody>
      </p:sp>
      <p:sp>
        <p:nvSpPr>
          <p:cNvPr id="15" name="Облачко с текстом: прямоугольное со скругленными углами 35"/>
          <p:cNvSpPr/>
          <p:nvPr/>
        </p:nvSpPr>
        <p:spPr>
          <a:xfrm>
            <a:off x="6821566" y="1966410"/>
            <a:ext cx="2338580" cy="1231659"/>
          </a:xfrm>
          <a:prstGeom prst="wedgeRoundRectCallout">
            <a:avLst>
              <a:gd name="adj1" fmla="val 53399"/>
              <a:gd name="adj2" fmla="val 94232"/>
              <a:gd name="adj3" fmla="val 16667"/>
            </a:avLst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Жақсы, Бірақ менің сұрағыма жауап бер!</a:t>
            </a:r>
            <a:endParaRPr lang="ru-RU" sz="1600" dirty="0">
              <a:solidFill>
                <a:sysClr val="windowText" lastClr="000000"/>
              </a:solidFill>
            </a:endParaRPr>
          </a:p>
        </p:txBody>
      </p:sp>
      <p:sp>
        <p:nvSpPr>
          <p:cNvPr id="16" name="go further">
            <a:hlinkClick r:id="" action="ppaction://hlinkshowjump?jump=nextslide"/>
          </p:cNvPr>
          <p:cNvSpPr/>
          <p:nvPr/>
        </p:nvSpPr>
        <p:spPr>
          <a:xfrm>
            <a:off x="10202776" y="5876376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Сұрақ</a:t>
            </a:r>
            <a:endParaRPr lang="ru-RU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758 0.01088 L 0.33829 0.01088 " pathEditMode="relative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41 0.00463 L 0.33256 0.00463 " pathEditMode="relative" ptsTypes="AA">
                                      <p:cBhvr>
                                        <p:cTn id="3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0" presetClass="exit" presetSubtype="0" fill="hold" grpId="1" nodeType="after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4" grpId="1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80000">
              <a:schemeClr val="bg1"/>
            </a:gs>
            <a:gs pos="82000">
              <a:schemeClr val="bg1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0" y="380143"/>
            <a:ext cx="8277727" cy="646332"/>
            <a:chOff x="0" y="380143"/>
            <a:chExt cx="8181476" cy="646332"/>
          </a:xfrm>
        </p:grpSpPr>
        <p:sp>
          <p:nvSpPr>
            <p:cNvPr id="3" name="Параллелограмм 2"/>
            <p:cNvSpPr/>
            <p:nvPr/>
          </p:nvSpPr>
          <p:spPr>
            <a:xfrm>
              <a:off x="0" y="380144"/>
              <a:ext cx="7924799" cy="646331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380144"/>
              <a:ext cx="72670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Хан сұрағы</a:t>
              </a:r>
              <a:endParaRPr lang="ru-RU" sz="3600" b="1" dirty="0"/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0" y="380143"/>
              <a:ext cx="208560" cy="646331"/>
            </a:xfrm>
            <a:prstGeom prst="rect">
              <a:avLst/>
            </a:prstGeom>
            <a:solidFill>
              <a:srgbClr val="EB3B0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7" name="Picture 2" descr="КРЕСТОВЫЙ КОРОЛЬ ~ Плэйкасты ~ Beesona.Ru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567863" y="1847555"/>
            <a:ext cx="3317661" cy="4054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Облачко с текстом: прямоугольное со скругленными углами 5"/>
          <p:cNvSpPr/>
          <p:nvPr/>
        </p:nvSpPr>
        <p:spPr>
          <a:xfrm flipH="1">
            <a:off x="1111626" y="1896760"/>
            <a:ext cx="4487315" cy="1873382"/>
          </a:xfrm>
          <a:prstGeom prst="wedgeRoundRectCallout">
            <a:avLst>
              <a:gd name="adj1" fmla="val -70905"/>
              <a:gd name="adj2" fmla="val 25990"/>
              <a:gd name="adj3" fmla="val 16667"/>
            </a:avLst>
          </a:prstGeom>
          <a:solidFill>
            <a:schemeClr val="bg1"/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 smtClean="0">
                <a:solidFill>
                  <a:sysClr val="windowText" lastClr="000000"/>
                </a:solidFill>
              </a:rPr>
              <a:t>36-6</a:t>
            </a:r>
            <a:r>
              <a:rPr lang="en-US" sz="2000" i="1" dirty="0" smtClean="0">
                <a:solidFill>
                  <a:sysClr val="windowText" lastClr="000000"/>
                </a:solidFill>
              </a:rPr>
              <a:t>=</a:t>
            </a:r>
            <a:r>
              <a:rPr lang="en-US" sz="2000" i="1" dirty="0" smtClean="0">
                <a:solidFill>
                  <a:sysClr val="windowText" lastClr="000000"/>
                </a:solidFill>
              </a:rPr>
              <a:t>?</a:t>
            </a:r>
            <a:endParaRPr lang="ru-RU" sz="2000" i="1" dirty="0">
              <a:solidFill>
                <a:sysClr val="windowText" lastClr="000000"/>
              </a:solidFill>
            </a:endParaRPr>
          </a:p>
        </p:txBody>
      </p:sp>
      <p:sp>
        <p:nvSpPr>
          <p:cNvPr id="9" name="go further">
            <a:hlinkClick r:id="" action="ppaction://hlinkshowjump?jump=nextslide"/>
          </p:cNvPr>
          <p:cNvSpPr/>
          <p:nvPr/>
        </p:nvSpPr>
        <p:spPr>
          <a:xfrm>
            <a:off x="10069975" y="5891640"/>
            <a:ext cx="1797515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Шығу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0" name="check"/>
          <p:cNvSpPr/>
          <p:nvPr/>
        </p:nvSpPr>
        <p:spPr>
          <a:xfrm>
            <a:off x="324510" y="5891640"/>
            <a:ext cx="1664713" cy="646331"/>
          </a:xfrm>
          <a:prstGeom prst="round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Тексеру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61693" y="5891639"/>
            <a:ext cx="3393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Жауап:30</a:t>
            </a:r>
            <a:endParaRPr lang="en-US" sz="3600" b="1" dirty="0" smtClean="0"/>
          </a:p>
          <a:p>
            <a:pPr algn="ctr"/>
            <a:r>
              <a:rPr lang="en-US" sz="3600" b="1" dirty="0" smtClean="0"/>
              <a:t>(6+3)×4-6</a:t>
            </a:r>
            <a:r>
              <a:rPr lang="ru-RU" sz="3600" b="1" dirty="0" smtClean="0"/>
              <a:t>=</a:t>
            </a:r>
            <a:r>
              <a:rPr lang="en-US" sz="3600" b="1" smtClean="0"/>
              <a:t>30</a:t>
            </a:r>
            <a:endParaRPr lang="ru-RU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56FF"/>
            </a:gs>
            <a:gs pos="80000">
              <a:schemeClr val="bg1"/>
            </a:gs>
            <a:gs pos="83000">
              <a:srgbClr val="66FF33"/>
            </a:gs>
            <a:gs pos="100000">
              <a:srgbClr val="66FF33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Castle clip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385" y="1944801"/>
            <a:ext cx="3723229" cy="3987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knight" descr="Knight in golden armor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550830" y="4617993"/>
            <a:ext cx="1367110" cy="166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4" name="Picture 6" descr="▷ Princesses: Animated Images, Gifs, Pictures &amp; Animations - 100% FREE!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4062" y="4595815"/>
            <a:ext cx="1405628" cy="1686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0" y="798396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solidFill>
                  <a:schemeClr val="bg1"/>
                </a:solidFill>
                <a:latin typeface="Britannic Bold" panose="020B0903060703020204" pitchFamily="34" charset="0"/>
              </a:rPr>
              <a:t>Жарайсыңдар!</a:t>
            </a:r>
            <a:endParaRPr lang="ru-RU" sz="6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1300</Words>
  <Application>WPS Presentation</Application>
  <PresentationFormat>Широкоэкранный</PresentationFormat>
  <Paragraphs>183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Brush Script MT</vt:lpstr>
      <vt:lpstr>Britannic Bold</vt:lpstr>
      <vt:lpstr>Segoe Print</vt:lpstr>
      <vt:lpstr>Calibri</vt:lpstr>
      <vt:lpstr>Microsoft YaHei</vt:lpstr>
      <vt:lpstr>Arial Unicode MS</vt:lpstr>
      <vt:lpstr>Calibri Light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Artem Merkuschew</dc:creator>
  <cp:lastModifiedBy>Амантай</cp:lastModifiedBy>
  <cp:revision>614</cp:revision>
  <dcterms:created xsi:type="dcterms:W3CDTF">2020-10-10T18:52:00Z</dcterms:created>
  <dcterms:modified xsi:type="dcterms:W3CDTF">2026-04-23T17:57:20Z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205C33A551624EC899D3786E5F57F300_13</vt:lpwstr>
  </property>
  <property fmtid="{D5CDD505-2E9C-101B-9397-08002B2CF9AE}" pid="3" name="KSOProductBuildVer">
    <vt:lpwstr>1049-12.1.0.25242</vt:lpwstr>
  </property>
</Properties>
</file>